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77" r:id="rId2"/>
    <p:sldId id="312" r:id="rId3"/>
    <p:sldId id="340" r:id="rId4"/>
    <p:sldId id="352" r:id="rId5"/>
    <p:sldId id="339" r:id="rId6"/>
    <p:sldId id="493" r:id="rId7"/>
    <p:sldId id="336" r:id="rId8"/>
    <p:sldId id="350" r:id="rId9"/>
    <p:sldId id="343" r:id="rId10"/>
    <p:sldId id="351" r:id="rId11"/>
    <p:sldId id="490" r:id="rId12"/>
    <p:sldId id="495" r:id="rId13"/>
    <p:sldId id="496" r:id="rId14"/>
    <p:sldId id="489" r:id="rId15"/>
    <p:sldId id="498" r:id="rId16"/>
    <p:sldId id="494" r:id="rId17"/>
    <p:sldId id="497" r:id="rId18"/>
    <p:sldId id="491" r:id="rId19"/>
  </p:sldIdLst>
  <p:sldSz cx="12192000" cy="6858000"/>
  <p:notesSz cx="6858000" cy="9144000"/>
  <p:embeddedFontLst>
    <p:embeddedFont>
      <p:font typeface="맑은 고딕" panose="020B0503020000020004" pitchFamily="34" charset="-127"/>
      <p:regular r:id="rId21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33313B"/>
    <a:srgbClr val="827775"/>
    <a:srgbClr val="E1CEBE"/>
    <a:srgbClr val="603826"/>
    <a:srgbClr val="B86C4A"/>
    <a:srgbClr val="EBDFD5"/>
    <a:srgbClr val="E5D6CF"/>
    <a:srgbClr val="D4C3BC"/>
    <a:srgbClr val="1E2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BFF98-D61C-4547-A001-3D0CA73F25CD}" v="469" dt="2026-01-05T02:23:10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37" autoAdjust="0"/>
    <p:restoredTop sz="94660"/>
  </p:normalViewPr>
  <p:slideViewPr>
    <p:cSldViewPr snapToGrid="0">
      <p:cViewPr>
        <p:scale>
          <a:sx n="77" d="100"/>
          <a:sy n="77" d="100"/>
        </p:scale>
        <p:origin x="12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ak Gupta" userId="4c46f7862bc1ce0b" providerId="LiveId" clId="{C6B9C385-CCA6-4FF4-8A9D-DAD4D222AF6B}"/>
    <pc:docChg chg="undo redo custSel addSld delSld modSld sldOrd">
      <pc:chgData name="Kanak Gupta" userId="4c46f7862bc1ce0b" providerId="LiveId" clId="{C6B9C385-CCA6-4FF4-8A9D-DAD4D222AF6B}" dt="2026-01-05T02:24:55.636" v="3169" actId="2696"/>
      <pc:docMkLst>
        <pc:docMk/>
      </pc:docMkLst>
      <pc:sldChg chg="addSp delSp modSp mod">
        <pc:chgData name="Kanak Gupta" userId="4c46f7862bc1ce0b" providerId="LiveId" clId="{C6B9C385-CCA6-4FF4-8A9D-DAD4D222AF6B}" dt="2026-01-04T20:06:03.551" v="2413" actId="255"/>
        <pc:sldMkLst>
          <pc:docMk/>
          <pc:sldMk cId="2765140013" sldId="277"/>
        </pc:sldMkLst>
        <pc:spChg chg="add del">
          <ac:chgData name="Kanak Gupta" userId="4c46f7862bc1ce0b" providerId="LiveId" clId="{C6B9C385-CCA6-4FF4-8A9D-DAD4D222AF6B}" dt="2026-01-04T19:42:32.309" v="2315" actId="478"/>
          <ac:spMkLst>
            <pc:docMk/>
            <pc:sldMk cId="2765140013" sldId="277"/>
            <ac:spMk id="4" creationId="{13D9EB08-9683-20FD-1DDF-4A81386F46E2}"/>
          </ac:spMkLst>
        </pc:spChg>
        <pc:spChg chg="del mod">
          <ac:chgData name="Kanak Gupta" userId="4c46f7862bc1ce0b" providerId="LiveId" clId="{C6B9C385-CCA6-4FF4-8A9D-DAD4D222AF6B}" dt="2026-01-04T17:04:37.885" v="2079" actId="478"/>
          <ac:spMkLst>
            <pc:docMk/>
            <pc:sldMk cId="2765140013" sldId="277"/>
            <ac:spMk id="4" creationId="{875240A1-8ADD-47EE-948B-97C54E4FC288}"/>
          </ac:spMkLst>
        </pc:spChg>
        <pc:spChg chg="add mod">
          <ac:chgData name="Kanak Gupta" userId="4c46f7862bc1ce0b" providerId="LiveId" clId="{C6B9C385-CCA6-4FF4-8A9D-DAD4D222AF6B}" dt="2026-01-04T19:45:51.515" v="2319" actId="14100"/>
          <ac:spMkLst>
            <pc:docMk/>
            <pc:sldMk cId="2765140013" sldId="277"/>
            <ac:spMk id="5" creationId="{378AF130-5FD7-9FC7-D5BA-2A8B3A6A048E}"/>
          </ac:spMkLst>
        </pc:spChg>
        <pc:spChg chg="add mod">
          <ac:chgData name="Kanak Gupta" userId="4c46f7862bc1ce0b" providerId="LiveId" clId="{C6B9C385-CCA6-4FF4-8A9D-DAD4D222AF6B}" dt="2026-01-04T20:06:03.551" v="2413" actId="255"/>
          <ac:spMkLst>
            <pc:docMk/>
            <pc:sldMk cId="2765140013" sldId="277"/>
            <ac:spMk id="6" creationId="{A961AE98-039B-0946-37BA-B801C79781FA}"/>
          </ac:spMkLst>
        </pc:spChg>
        <pc:spChg chg="del">
          <ac:chgData name="Kanak Gupta" userId="4c46f7862bc1ce0b" providerId="LiveId" clId="{C6B9C385-CCA6-4FF4-8A9D-DAD4D222AF6B}" dt="2026-01-04T17:16:27.435" v="2110" actId="478"/>
          <ac:spMkLst>
            <pc:docMk/>
            <pc:sldMk cId="2765140013" sldId="277"/>
            <ac:spMk id="15" creationId="{5D52C94E-2F4A-4F72-9A60-FD3AA646198D}"/>
          </ac:spMkLst>
        </pc:spChg>
        <pc:spChg chg="mod">
          <ac:chgData name="Kanak Gupta" userId="4c46f7862bc1ce0b" providerId="LiveId" clId="{C6B9C385-CCA6-4FF4-8A9D-DAD4D222AF6B}" dt="2026-01-04T20:05:30.895" v="2386" actId="1076"/>
          <ac:spMkLst>
            <pc:docMk/>
            <pc:sldMk cId="2765140013" sldId="277"/>
            <ac:spMk id="16" creationId="{5383C361-28CD-4A02-B18B-1926F8A032BC}"/>
          </ac:spMkLst>
        </pc:spChg>
        <pc:spChg chg="del">
          <ac:chgData name="Kanak Gupta" userId="4c46f7862bc1ce0b" providerId="LiveId" clId="{C6B9C385-CCA6-4FF4-8A9D-DAD4D222AF6B}" dt="2026-01-04T19:34:23.476" v="2306" actId="478"/>
          <ac:spMkLst>
            <pc:docMk/>
            <pc:sldMk cId="2765140013" sldId="277"/>
            <ac:spMk id="17" creationId="{AB43929A-34E9-4EF0-AC76-B886FDCBED23}"/>
          </ac:spMkLst>
        </pc:spChg>
        <pc:spChg chg="mod">
          <ac:chgData name="Kanak Gupta" userId="4c46f7862bc1ce0b" providerId="LiveId" clId="{C6B9C385-CCA6-4FF4-8A9D-DAD4D222AF6B}" dt="2026-01-04T19:52:54.993" v="2337" actId="33524"/>
          <ac:spMkLst>
            <pc:docMk/>
            <pc:sldMk cId="2765140013" sldId="277"/>
            <ac:spMk id="19" creationId="{F3976C5A-9BE5-4DC8-9E29-157004B2A43C}"/>
          </ac:spMkLst>
        </pc:spChg>
        <pc:spChg chg="mod">
          <ac:chgData name="Kanak Gupta" userId="4c46f7862bc1ce0b" providerId="LiveId" clId="{C6B9C385-CCA6-4FF4-8A9D-DAD4D222AF6B}" dt="2026-01-04T19:34:53.224" v="2309" actId="255"/>
          <ac:spMkLst>
            <pc:docMk/>
            <pc:sldMk cId="2765140013" sldId="277"/>
            <ac:spMk id="21" creationId="{49E1F3ED-69AB-45AA-9A01-7D94082A4D09}"/>
          </ac:spMkLst>
        </pc:spChg>
        <pc:picChg chg="add del">
          <ac:chgData name="Kanak Gupta" userId="4c46f7862bc1ce0b" providerId="LiveId" clId="{C6B9C385-CCA6-4FF4-8A9D-DAD4D222AF6B}" dt="2026-01-04T19:41:26.107" v="2311" actId="478"/>
          <ac:picMkLst>
            <pc:docMk/>
            <pc:sldMk cId="2765140013" sldId="277"/>
            <ac:picMk id="1026" creationId="{1C1E8BE9-C397-B395-4B4F-FECB30D0CD0C}"/>
          </ac:picMkLst>
        </pc:picChg>
        <pc:picChg chg="add del">
          <ac:chgData name="Kanak Gupta" userId="4c46f7862bc1ce0b" providerId="LiveId" clId="{C6B9C385-CCA6-4FF4-8A9D-DAD4D222AF6B}" dt="2026-01-04T19:42:16.154" v="2313" actId="478"/>
          <ac:picMkLst>
            <pc:docMk/>
            <pc:sldMk cId="2765140013" sldId="277"/>
            <ac:picMk id="1028" creationId="{88EEF0DC-B40F-DF5D-0363-1C5F247D6254}"/>
          </ac:picMkLst>
        </pc:picChg>
        <pc:picChg chg="add del">
          <ac:chgData name="Kanak Gupta" userId="4c46f7862bc1ce0b" providerId="LiveId" clId="{C6B9C385-CCA6-4FF4-8A9D-DAD4D222AF6B}" dt="2026-01-04T19:43:02.357" v="2317" actId="478"/>
          <ac:picMkLst>
            <pc:docMk/>
            <pc:sldMk cId="2765140013" sldId="277"/>
            <ac:picMk id="1032" creationId="{9DF5F361-F7D3-D8D2-0790-B1C460E84DAD}"/>
          </ac:picMkLst>
        </pc:picChg>
        <pc:picChg chg="add del">
          <ac:chgData name="Kanak Gupta" userId="4c46f7862bc1ce0b" providerId="LiveId" clId="{C6B9C385-CCA6-4FF4-8A9D-DAD4D222AF6B}" dt="2026-01-04T19:46:47.016" v="2321" actId="478"/>
          <ac:picMkLst>
            <pc:docMk/>
            <pc:sldMk cId="2765140013" sldId="277"/>
            <ac:picMk id="1036" creationId="{6B21B2D7-519A-DB4D-10A4-9509AF26A68B}"/>
          </ac:picMkLst>
        </pc:picChg>
        <pc:picChg chg="add mod">
          <ac:chgData name="Kanak Gupta" userId="4c46f7862bc1ce0b" providerId="LiveId" clId="{C6B9C385-CCA6-4FF4-8A9D-DAD4D222AF6B}" dt="2026-01-04T19:52:24.460" v="2335" actId="1076"/>
          <ac:picMkLst>
            <pc:docMk/>
            <pc:sldMk cId="2765140013" sldId="277"/>
            <ac:picMk id="1038" creationId="{3357BD0B-2416-55DD-097B-BAB84B328386}"/>
          </ac:picMkLst>
        </pc:picChg>
        <pc:picChg chg="add">
          <ac:chgData name="Kanak Gupta" userId="4c46f7862bc1ce0b" providerId="LiveId" clId="{C6B9C385-CCA6-4FF4-8A9D-DAD4D222AF6B}" dt="2026-01-04T20:04:25.578" v="2338"/>
          <ac:picMkLst>
            <pc:docMk/>
            <pc:sldMk cId="2765140013" sldId="277"/>
            <ac:picMk id="1040" creationId="{4DDD8C5A-FC7E-B696-B240-18CD34E02671}"/>
          </ac:picMkLst>
        </pc:picChg>
        <pc:cxnChg chg="mod">
          <ac:chgData name="Kanak Gupta" userId="4c46f7862bc1ce0b" providerId="LiveId" clId="{C6B9C385-CCA6-4FF4-8A9D-DAD4D222AF6B}" dt="2026-01-04T19:32:42.157" v="2304" actId="1076"/>
          <ac:cxnSpMkLst>
            <pc:docMk/>
            <pc:sldMk cId="2765140013" sldId="277"/>
            <ac:cxnSpMk id="22" creationId="{05532752-9EC9-4030-B592-60850C08E88C}"/>
          </ac:cxnSpMkLst>
        </pc:cxnChg>
      </pc:sldChg>
      <pc:sldChg chg="delSp modSp del mod">
        <pc:chgData name="Kanak Gupta" userId="4c46f7862bc1ce0b" providerId="LiveId" clId="{C6B9C385-CCA6-4FF4-8A9D-DAD4D222AF6B}" dt="2026-01-05T02:24:55.636" v="3169" actId="2696"/>
        <pc:sldMkLst>
          <pc:docMk/>
          <pc:sldMk cId="1907620479" sldId="293"/>
        </pc:sldMkLst>
        <pc:spChg chg="mod">
          <ac:chgData name="Kanak Gupta" userId="4c46f7862bc1ce0b" providerId="LiveId" clId="{C6B9C385-CCA6-4FF4-8A9D-DAD4D222AF6B}" dt="2026-01-05T01:48:52.467" v="3112" actId="20577"/>
          <ac:spMkLst>
            <pc:docMk/>
            <pc:sldMk cId="1907620479" sldId="293"/>
            <ac:spMk id="4" creationId="{3EBBA8B1-D7D9-4BA7-81BD-EA7584A7937C}"/>
          </ac:spMkLst>
        </pc:spChg>
        <pc:spChg chg="del">
          <ac:chgData name="Kanak Gupta" userId="4c46f7862bc1ce0b" providerId="LiveId" clId="{C6B9C385-CCA6-4FF4-8A9D-DAD4D222AF6B}" dt="2026-01-05T01:48:59.792" v="3113" actId="478"/>
          <ac:spMkLst>
            <pc:docMk/>
            <pc:sldMk cId="1907620479" sldId="293"/>
            <ac:spMk id="5" creationId="{6B7F6297-6A0A-4F8D-84AE-0A7A17A3FA89}"/>
          </ac:spMkLst>
        </pc:spChg>
      </pc:sldChg>
      <pc:sldChg chg="addSp delSp modSp mod ord">
        <pc:chgData name="Kanak Gupta" userId="4c46f7862bc1ce0b" providerId="LiveId" clId="{C6B9C385-CCA6-4FF4-8A9D-DAD4D222AF6B}" dt="2026-01-05T00:27:23.618" v="2949" actId="1076"/>
        <pc:sldMkLst>
          <pc:docMk/>
          <pc:sldMk cId="3677287442" sldId="312"/>
        </pc:sldMkLst>
        <pc:spChg chg="add mod">
          <ac:chgData name="Kanak Gupta" userId="4c46f7862bc1ce0b" providerId="LiveId" clId="{C6B9C385-CCA6-4FF4-8A9D-DAD4D222AF6B}" dt="2026-01-05T00:26:43.574" v="2946" actId="1076"/>
          <ac:spMkLst>
            <pc:docMk/>
            <pc:sldMk cId="3677287442" sldId="312"/>
            <ac:spMk id="2" creationId="{30E982EB-68BE-113E-0A52-D860C0DA3127}"/>
          </ac:spMkLst>
        </pc:spChg>
        <pc:spChg chg="add del mod">
          <ac:chgData name="Kanak Gupta" userId="4c46f7862bc1ce0b" providerId="LiveId" clId="{C6B9C385-CCA6-4FF4-8A9D-DAD4D222AF6B}" dt="2026-01-05T00:15:00.359" v="2802" actId="478"/>
          <ac:spMkLst>
            <pc:docMk/>
            <pc:sldMk cId="3677287442" sldId="312"/>
            <ac:spMk id="3" creationId="{67B9428C-CBDC-ACA8-D037-031E9442D3C0}"/>
          </ac:spMkLst>
        </pc:spChg>
        <pc:spChg chg="add mod">
          <ac:chgData name="Kanak Gupta" userId="4c46f7862bc1ce0b" providerId="LiveId" clId="{C6B9C385-CCA6-4FF4-8A9D-DAD4D222AF6B}" dt="2026-01-05T00:17:32.769" v="2832" actId="1076"/>
          <ac:spMkLst>
            <pc:docMk/>
            <pc:sldMk cId="3677287442" sldId="312"/>
            <ac:spMk id="4" creationId="{E127ACB6-CC9F-FAFE-E449-E4451CD52F21}"/>
          </ac:spMkLst>
        </pc:spChg>
        <pc:spChg chg="add mod">
          <ac:chgData name="Kanak Gupta" userId="4c46f7862bc1ce0b" providerId="LiveId" clId="{C6B9C385-CCA6-4FF4-8A9D-DAD4D222AF6B}" dt="2026-01-05T00:14:36.763" v="2746"/>
          <ac:spMkLst>
            <pc:docMk/>
            <pc:sldMk cId="3677287442" sldId="312"/>
            <ac:spMk id="5" creationId="{6D7CD0AA-4DBB-8F93-84D8-F8E02DF9F609}"/>
          </ac:spMkLst>
        </pc:spChg>
        <pc:spChg chg="add del mod">
          <ac:chgData name="Kanak Gupta" userId="4c46f7862bc1ce0b" providerId="LiveId" clId="{C6B9C385-CCA6-4FF4-8A9D-DAD4D222AF6B}" dt="2026-01-05T00:23:09.540" v="2892" actId="478"/>
          <ac:spMkLst>
            <pc:docMk/>
            <pc:sldMk cId="3677287442" sldId="312"/>
            <ac:spMk id="6" creationId="{133D30F4-4F8E-48DB-B5FB-71A27F9463B6}"/>
          </ac:spMkLst>
        </pc:spChg>
        <pc:spChg chg="add del mod">
          <ac:chgData name="Kanak Gupta" userId="4c46f7862bc1ce0b" providerId="LiveId" clId="{C6B9C385-CCA6-4FF4-8A9D-DAD4D222AF6B}" dt="2026-01-05T00:26:30.765" v="2945" actId="20577"/>
          <ac:spMkLst>
            <pc:docMk/>
            <pc:sldMk cId="3677287442" sldId="312"/>
            <ac:spMk id="7" creationId="{DC9D8744-7662-82EA-5A13-186E1B1F3640}"/>
          </ac:spMkLst>
        </pc:spChg>
        <pc:spChg chg="mod">
          <ac:chgData name="Kanak Gupta" userId="4c46f7862bc1ce0b" providerId="LiveId" clId="{C6B9C385-CCA6-4FF4-8A9D-DAD4D222AF6B}" dt="2026-01-05T00:06:07.781" v="2516" actId="1076"/>
          <ac:spMkLst>
            <pc:docMk/>
            <pc:sldMk cId="3677287442" sldId="312"/>
            <ac:spMk id="16" creationId="{915E4791-9385-40FF-8314-4D43951200D1}"/>
          </ac:spMkLst>
        </pc:spChg>
        <pc:spChg chg="mod">
          <ac:chgData name="Kanak Gupta" userId="4c46f7862bc1ce0b" providerId="LiveId" clId="{C6B9C385-CCA6-4FF4-8A9D-DAD4D222AF6B}" dt="2026-01-05T00:05:25.830" v="2514" actId="20577"/>
          <ac:spMkLst>
            <pc:docMk/>
            <pc:sldMk cId="3677287442" sldId="312"/>
            <ac:spMk id="17" creationId="{E0E5B959-6D55-4B31-A933-4BCB1FF2E71F}"/>
          </ac:spMkLst>
        </pc:spChg>
        <pc:spChg chg="mod">
          <ac:chgData name="Kanak Gupta" userId="4c46f7862bc1ce0b" providerId="LiveId" clId="{C6B9C385-CCA6-4FF4-8A9D-DAD4D222AF6B}" dt="2026-01-05T00:27:23.618" v="2949" actId="1076"/>
          <ac:spMkLst>
            <pc:docMk/>
            <pc:sldMk cId="3677287442" sldId="312"/>
            <ac:spMk id="18" creationId="{AFD3201E-08DE-450E-9430-74BDA36683FE}"/>
          </ac:spMkLst>
        </pc:spChg>
        <pc:spChg chg="mod">
          <ac:chgData name="Kanak Gupta" userId="4c46f7862bc1ce0b" providerId="LiveId" clId="{C6B9C385-CCA6-4FF4-8A9D-DAD4D222AF6B}" dt="2026-01-05T00:17:11.805" v="2830" actId="1076"/>
          <ac:spMkLst>
            <pc:docMk/>
            <pc:sldMk cId="3677287442" sldId="312"/>
            <ac:spMk id="19" creationId="{A000F34C-1268-42F8-858D-E7537CD08FED}"/>
          </ac:spMkLst>
        </pc:spChg>
        <pc:spChg chg="mod">
          <ac:chgData name="Kanak Gupta" userId="4c46f7862bc1ce0b" providerId="LiveId" clId="{C6B9C385-CCA6-4FF4-8A9D-DAD4D222AF6B}" dt="2026-01-05T00:16:57.922" v="2829" actId="1076"/>
          <ac:spMkLst>
            <pc:docMk/>
            <pc:sldMk cId="3677287442" sldId="312"/>
            <ac:spMk id="20" creationId="{7A43163C-327C-4E35-896C-AFD895E05DD6}"/>
          </ac:spMkLst>
        </pc:spChg>
        <pc:spChg chg="del mod">
          <ac:chgData name="Kanak Gupta" userId="4c46f7862bc1ce0b" providerId="LiveId" clId="{C6B9C385-CCA6-4FF4-8A9D-DAD4D222AF6B}" dt="2026-01-05T00:15:03.340" v="2803" actId="478"/>
          <ac:spMkLst>
            <pc:docMk/>
            <pc:sldMk cId="3677287442" sldId="312"/>
            <ac:spMk id="21" creationId="{5C0764AC-37D9-4063-BB18-7725B6CA8746}"/>
          </ac:spMkLst>
        </pc:spChg>
        <pc:spChg chg="del mod">
          <ac:chgData name="Kanak Gupta" userId="4c46f7862bc1ce0b" providerId="LiveId" clId="{C6B9C385-CCA6-4FF4-8A9D-DAD4D222AF6B}" dt="2026-01-05T00:11:36.609" v="2670"/>
          <ac:spMkLst>
            <pc:docMk/>
            <pc:sldMk cId="3677287442" sldId="312"/>
            <ac:spMk id="22" creationId="{6D124894-1EF0-446A-8CAE-C98974D2F227}"/>
          </ac:spMkLst>
        </pc:spChg>
        <pc:spChg chg="mod">
          <ac:chgData name="Kanak Gupta" userId="4c46f7862bc1ce0b" providerId="LiveId" clId="{C6B9C385-CCA6-4FF4-8A9D-DAD4D222AF6B}" dt="2026-01-05T00:26:50.889" v="2947" actId="1076"/>
          <ac:spMkLst>
            <pc:docMk/>
            <pc:sldMk cId="3677287442" sldId="312"/>
            <ac:spMk id="23" creationId="{0E776B47-DAAA-4541-BAAF-E16089347662}"/>
          </ac:spMkLst>
        </pc:spChg>
        <pc:spChg chg="del mod">
          <ac:chgData name="Kanak Gupta" userId="4c46f7862bc1ce0b" providerId="LiveId" clId="{C6B9C385-CCA6-4FF4-8A9D-DAD4D222AF6B}" dt="2026-01-05T00:23:09.540" v="2894"/>
          <ac:spMkLst>
            <pc:docMk/>
            <pc:sldMk cId="3677287442" sldId="312"/>
            <ac:spMk id="27" creationId="{269D6D50-38DD-487B-B318-380BAE06AB1F}"/>
          </ac:spMkLst>
        </pc:spChg>
        <pc:spChg chg="mod">
          <ac:chgData name="Kanak Gupta" userId="4c46f7862bc1ce0b" providerId="LiveId" clId="{C6B9C385-CCA6-4FF4-8A9D-DAD4D222AF6B}" dt="2026-01-05T00:22:49.398" v="2883" actId="20577"/>
          <ac:spMkLst>
            <pc:docMk/>
            <pc:sldMk cId="3677287442" sldId="312"/>
            <ac:spMk id="28" creationId="{E59EF380-04BD-43D9-BF20-42851B01EB0F}"/>
          </ac:spMkLst>
        </pc:spChg>
        <pc:spChg chg="mod">
          <ac:chgData name="Kanak Gupta" userId="4c46f7862bc1ce0b" providerId="LiveId" clId="{C6B9C385-CCA6-4FF4-8A9D-DAD4D222AF6B}" dt="2026-01-05T00:18:35.559" v="2837" actId="1076"/>
          <ac:spMkLst>
            <pc:docMk/>
            <pc:sldMk cId="3677287442" sldId="312"/>
            <ac:spMk id="30" creationId="{BA6C05E8-2378-40B8-8E68-1C7A877BB7A7}"/>
          </ac:spMkLst>
        </pc:spChg>
        <pc:cxnChg chg="mod">
          <ac:chgData name="Kanak Gupta" userId="4c46f7862bc1ce0b" providerId="LiveId" clId="{C6B9C385-CCA6-4FF4-8A9D-DAD4D222AF6B}" dt="2026-01-05T00:16:47.387" v="2828" actId="1076"/>
          <ac:cxnSpMkLst>
            <pc:docMk/>
            <pc:sldMk cId="3677287442" sldId="312"/>
            <ac:cxnSpMk id="34" creationId="{4B86A5A5-D5D0-4D05-BBA8-13AEDA7100C4}"/>
          </ac:cxnSpMkLst>
        </pc:cxnChg>
        <pc:cxnChg chg="mod">
          <ac:chgData name="Kanak Gupta" userId="4c46f7862bc1ce0b" providerId="LiveId" clId="{C6B9C385-CCA6-4FF4-8A9D-DAD4D222AF6B}" dt="2026-01-05T00:18:21.672" v="2836" actId="1076"/>
          <ac:cxnSpMkLst>
            <pc:docMk/>
            <pc:sldMk cId="3677287442" sldId="312"/>
            <ac:cxnSpMk id="38" creationId="{619D718E-AE2B-43CA-85BE-CEBC14B2E1AA}"/>
          </ac:cxnSpMkLst>
        </pc:cxnChg>
        <pc:cxnChg chg="mod">
          <ac:chgData name="Kanak Gupta" userId="4c46f7862bc1ce0b" providerId="LiveId" clId="{C6B9C385-CCA6-4FF4-8A9D-DAD4D222AF6B}" dt="2026-01-05T00:27:04.585" v="2948" actId="1076"/>
          <ac:cxnSpMkLst>
            <pc:docMk/>
            <pc:sldMk cId="3677287442" sldId="312"/>
            <ac:cxnSpMk id="45" creationId="{284A6456-3AA3-40C7-B119-CE8064ECABEC}"/>
          </ac:cxnSpMkLst>
        </pc:cxnChg>
      </pc:sldChg>
      <pc:sldChg chg="del ord">
        <pc:chgData name="Kanak Gupta" userId="4c46f7862bc1ce0b" providerId="LiveId" clId="{C6B9C385-CCA6-4FF4-8A9D-DAD4D222AF6B}" dt="2026-01-04T23:16:33.194" v="2438" actId="2696"/>
        <pc:sldMkLst>
          <pc:docMk/>
          <pc:sldMk cId="1654446649" sldId="313"/>
        </pc:sldMkLst>
      </pc:sldChg>
      <pc:sldChg chg="addSp delSp modSp mod ord">
        <pc:chgData name="Kanak Gupta" userId="4c46f7862bc1ce0b" providerId="LiveId" clId="{C6B9C385-CCA6-4FF4-8A9D-DAD4D222AF6B}" dt="2026-01-04T01:50:37.852" v="1019" actId="1035"/>
        <pc:sldMkLst>
          <pc:docMk/>
          <pc:sldMk cId="2755554049" sldId="336"/>
        </pc:sldMkLst>
        <pc:spChg chg="mod">
          <ac:chgData name="Kanak Gupta" userId="4c46f7862bc1ce0b" providerId="LiveId" clId="{C6B9C385-CCA6-4FF4-8A9D-DAD4D222AF6B}" dt="2026-01-04T01:40:11.446" v="921" actId="1076"/>
          <ac:spMkLst>
            <pc:docMk/>
            <pc:sldMk cId="2755554049" sldId="336"/>
            <ac:spMk id="16" creationId="{4D52DE26-28B3-4FCF-B495-D2C34D7CAE1A}"/>
          </ac:spMkLst>
        </pc:spChg>
        <pc:spChg chg="del mod">
          <ac:chgData name="Kanak Gupta" userId="4c46f7862bc1ce0b" providerId="LiveId" clId="{C6B9C385-CCA6-4FF4-8A9D-DAD4D222AF6B}" dt="2026-01-04T01:26:59.136" v="852" actId="478"/>
          <ac:spMkLst>
            <pc:docMk/>
            <pc:sldMk cId="2755554049" sldId="336"/>
            <ac:spMk id="17" creationId="{82D3C4DE-D31D-4FB1-AF88-4F5FB59253EE}"/>
          </ac:spMkLst>
        </pc:spChg>
        <pc:spChg chg="del mod">
          <ac:chgData name="Kanak Gupta" userId="4c46f7862bc1ce0b" providerId="LiveId" clId="{C6B9C385-CCA6-4FF4-8A9D-DAD4D222AF6B}" dt="2026-01-04T01:27:05.401" v="854" actId="478"/>
          <ac:spMkLst>
            <pc:docMk/>
            <pc:sldMk cId="2755554049" sldId="336"/>
            <ac:spMk id="18" creationId="{569D0F07-37D1-40C9-9D4F-6CD6B96F304E}"/>
          </ac:spMkLst>
        </pc:spChg>
        <pc:spChg chg="del mod">
          <ac:chgData name="Kanak Gupta" userId="4c46f7862bc1ce0b" providerId="LiveId" clId="{C6B9C385-CCA6-4FF4-8A9D-DAD4D222AF6B}" dt="2026-01-04T01:27:02.194" v="853" actId="478"/>
          <ac:spMkLst>
            <pc:docMk/>
            <pc:sldMk cId="2755554049" sldId="336"/>
            <ac:spMk id="19" creationId="{CFE9EC26-3B62-492E-AAC6-8FBA337C044A}"/>
          </ac:spMkLst>
        </pc:spChg>
        <pc:spChg chg="mod">
          <ac:chgData name="Kanak Gupta" userId="4c46f7862bc1ce0b" providerId="LiveId" clId="{C6B9C385-CCA6-4FF4-8A9D-DAD4D222AF6B}" dt="2026-01-04T01:50:37.852" v="1019" actId="1035"/>
          <ac:spMkLst>
            <pc:docMk/>
            <pc:sldMk cId="2755554049" sldId="336"/>
            <ac:spMk id="20" creationId="{C3731EF0-8963-48BE-A9B6-B60C5B4B9252}"/>
          </ac:spMkLst>
        </pc:spChg>
        <pc:spChg chg="del">
          <ac:chgData name="Kanak Gupta" userId="4c46f7862bc1ce0b" providerId="LiveId" clId="{C6B9C385-CCA6-4FF4-8A9D-DAD4D222AF6B}" dt="2026-01-04T01:26:56.052" v="851" actId="478"/>
          <ac:spMkLst>
            <pc:docMk/>
            <pc:sldMk cId="2755554049" sldId="336"/>
            <ac:spMk id="21" creationId="{8EB1B400-019A-4867-972C-4EA76740B3B1}"/>
          </ac:spMkLst>
        </pc:spChg>
        <pc:picChg chg="add mod">
          <ac:chgData name="Kanak Gupta" userId="4c46f7862bc1ce0b" providerId="LiveId" clId="{C6B9C385-CCA6-4FF4-8A9D-DAD4D222AF6B}" dt="2026-01-04T01:25:33.710" v="850" actId="1035"/>
          <ac:picMkLst>
            <pc:docMk/>
            <pc:sldMk cId="2755554049" sldId="336"/>
            <ac:picMk id="3092" creationId="{879C8293-7F16-D663-590D-B9B7698DD5F6}"/>
          </ac:picMkLst>
        </pc:picChg>
      </pc:sldChg>
      <pc:sldChg chg="addSp delSp modSp mod ord">
        <pc:chgData name="Kanak Gupta" userId="4c46f7862bc1ce0b" providerId="LiveId" clId="{C6B9C385-CCA6-4FF4-8A9D-DAD4D222AF6B}" dt="2026-01-04T00:21:00.003" v="730" actId="1076"/>
        <pc:sldMkLst>
          <pc:docMk/>
          <pc:sldMk cId="2719844652" sldId="339"/>
        </pc:sldMkLst>
        <pc:spChg chg="add mod">
          <ac:chgData name="Kanak Gupta" userId="4c46f7862bc1ce0b" providerId="LiveId" clId="{C6B9C385-CCA6-4FF4-8A9D-DAD4D222AF6B}" dt="2026-01-04T00:13:52.186" v="665"/>
          <ac:spMkLst>
            <pc:docMk/>
            <pc:sldMk cId="2719844652" sldId="339"/>
            <ac:spMk id="4" creationId="{A1F19548-3760-4694-1DAF-336FE36FC7ED}"/>
          </ac:spMkLst>
        </pc:spChg>
        <pc:spChg chg="mod">
          <ac:chgData name="Kanak Gupta" userId="4c46f7862bc1ce0b" providerId="LiveId" clId="{C6B9C385-CCA6-4FF4-8A9D-DAD4D222AF6B}" dt="2026-01-04T00:15:15.567" v="718" actId="1076"/>
          <ac:spMkLst>
            <pc:docMk/>
            <pc:sldMk cId="2719844652" sldId="339"/>
            <ac:spMk id="10" creationId="{E165A6D2-289F-4DCB-A599-F5C59D614380}"/>
          </ac:spMkLst>
        </pc:spChg>
        <pc:spChg chg="add del">
          <ac:chgData name="Kanak Gupta" userId="4c46f7862bc1ce0b" providerId="LiveId" clId="{C6B9C385-CCA6-4FF4-8A9D-DAD4D222AF6B}" dt="2026-01-04T00:14:11.347" v="669" actId="478"/>
          <ac:spMkLst>
            <pc:docMk/>
            <pc:sldMk cId="2719844652" sldId="339"/>
            <ac:spMk id="11" creationId="{7C690E3A-2E12-4984-AABF-4F4BB4D7A22D}"/>
          </ac:spMkLst>
        </pc:spChg>
        <pc:spChg chg="del">
          <ac:chgData name="Kanak Gupta" userId="4c46f7862bc1ce0b" providerId="LiveId" clId="{C6B9C385-CCA6-4FF4-8A9D-DAD4D222AF6B}" dt="2026-01-04T00:14:14.390" v="670" actId="478"/>
          <ac:spMkLst>
            <pc:docMk/>
            <pc:sldMk cId="2719844652" sldId="339"/>
            <ac:spMk id="12" creationId="{34D404E5-8CEA-45B6-850B-E3E75EFED8AD}"/>
          </ac:spMkLst>
        </pc:spChg>
        <pc:spChg chg="mod">
          <ac:chgData name="Kanak Gupta" userId="4c46f7862bc1ce0b" providerId="LiveId" clId="{C6B9C385-CCA6-4FF4-8A9D-DAD4D222AF6B}" dt="2026-01-04T00:08:35.773" v="627" actId="1076"/>
          <ac:spMkLst>
            <pc:docMk/>
            <pc:sldMk cId="2719844652" sldId="339"/>
            <ac:spMk id="13" creationId="{7B9D5B2A-8A98-45B3-B564-A2D106F0C7BE}"/>
          </ac:spMkLst>
        </pc:spChg>
        <pc:spChg chg="del">
          <ac:chgData name="Kanak Gupta" userId="4c46f7862bc1ce0b" providerId="LiveId" clId="{C6B9C385-CCA6-4FF4-8A9D-DAD4D222AF6B}" dt="2026-01-04T00:10:37.935" v="628" actId="478"/>
          <ac:spMkLst>
            <pc:docMk/>
            <pc:sldMk cId="2719844652" sldId="339"/>
            <ac:spMk id="17" creationId="{B26B6E58-DE75-4EC2-B785-6E12621E3BA1}"/>
          </ac:spMkLst>
        </pc:spChg>
        <pc:spChg chg="del">
          <ac:chgData name="Kanak Gupta" userId="4c46f7862bc1ce0b" providerId="LiveId" clId="{C6B9C385-CCA6-4FF4-8A9D-DAD4D222AF6B}" dt="2026-01-04T00:10:42.994" v="629" actId="478"/>
          <ac:spMkLst>
            <pc:docMk/>
            <pc:sldMk cId="2719844652" sldId="339"/>
            <ac:spMk id="19" creationId="{2B9C18C0-ED6D-45E9-953F-7BF034840451}"/>
          </ac:spMkLst>
        </pc:spChg>
        <pc:spChg chg="del">
          <ac:chgData name="Kanak Gupta" userId="4c46f7862bc1ce0b" providerId="LiveId" clId="{C6B9C385-CCA6-4FF4-8A9D-DAD4D222AF6B}" dt="2026-01-04T00:14:00.997" v="667" actId="478"/>
          <ac:spMkLst>
            <pc:docMk/>
            <pc:sldMk cId="2719844652" sldId="339"/>
            <ac:spMk id="22" creationId="{E981D482-7B7F-439F-8632-C666EF564FDB}"/>
          </ac:spMkLst>
        </pc:spChg>
        <pc:spChg chg="del">
          <ac:chgData name="Kanak Gupta" userId="4c46f7862bc1ce0b" providerId="LiveId" clId="{C6B9C385-CCA6-4FF4-8A9D-DAD4D222AF6B}" dt="2026-01-04T00:14:07.148" v="668" actId="478"/>
          <ac:spMkLst>
            <pc:docMk/>
            <pc:sldMk cId="2719844652" sldId="339"/>
            <ac:spMk id="23" creationId="{57D0589C-2E3F-4074-8E61-CEC9D64F765E}"/>
          </ac:spMkLst>
        </pc:spChg>
        <pc:spChg chg="mod">
          <ac:chgData name="Kanak Gupta" userId="4c46f7862bc1ce0b" providerId="LiveId" clId="{C6B9C385-CCA6-4FF4-8A9D-DAD4D222AF6B}" dt="2026-01-04T00:21:00.003" v="730" actId="1076"/>
          <ac:spMkLst>
            <pc:docMk/>
            <pc:sldMk cId="2719844652" sldId="339"/>
            <ac:spMk id="24" creationId="{B0CB4E72-6428-4ECF-89D1-1C4983504DD7}"/>
          </ac:spMkLst>
        </pc:spChg>
        <pc:picChg chg="add mod">
          <ac:chgData name="Kanak Gupta" userId="4c46f7862bc1ce0b" providerId="LiveId" clId="{C6B9C385-CCA6-4FF4-8A9D-DAD4D222AF6B}" dt="2026-01-03T01:49:03.230" v="112" actId="1076"/>
          <ac:picMkLst>
            <pc:docMk/>
            <pc:sldMk cId="2719844652" sldId="339"/>
            <ac:picMk id="2" creationId="{CE1111F2-B7FD-C55F-9D50-3262817FCABA}"/>
          </ac:picMkLst>
        </pc:picChg>
        <pc:picChg chg="add mod">
          <ac:chgData name="Kanak Gupta" userId="4c46f7862bc1ce0b" providerId="LiveId" clId="{C6B9C385-CCA6-4FF4-8A9D-DAD4D222AF6B}" dt="2026-01-03T01:49:26.836" v="115" actId="732"/>
          <ac:picMkLst>
            <pc:docMk/>
            <pc:sldMk cId="2719844652" sldId="339"/>
            <ac:picMk id="6" creationId="{7DC77A3E-5FC7-E2C8-4D7E-7293C98581A0}"/>
          </ac:picMkLst>
        </pc:picChg>
      </pc:sldChg>
      <pc:sldChg chg="addSp delSp modSp mod ord">
        <pc:chgData name="Kanak Gupta" userId="4c46f7862bc1ce0b" providerId="LiveId" clId="{C6B9C385-CCA6-4FF4-8A9D-DAD4D222AF6B}" dt="2026-01-05T01:37:59.283" v="3030" actId="1076"/>
        <pc:sldMkLst>
          <pc:docMk/>
          <pc:sldMk cId="3689760939" sldId="340"/>
        </pc:sldMkLst>
        <pc:spChg chg="add">
          <ac:chgData name="Kanak Gupta" userId="4c46f7862bc1ce0b" providerId="LiveId" clId="{C6B9C385-CCA6-4FF4-8A9D-DAD4D222AF6B}" dt="2026-01-05T01:32:16.369" v="2951"/>
          <ac:spMkLst>
            <pc:docMk/>
            <pc:sldMk cId="3689760939" sldId="340"/>
            <ac:spMk id="2" creationId="{00BFD706-0084-C96F-86DD-F65AFFAA8C84}"/>
          </ac:spMkLst>
        </pc:spChg>
        <pc:spChg chg="add mod">
          <ac:chgData name="Kanak Gupta" userId="4c46f7862bc1ce0b" providerId="LiveId" clId="{C6B9C385-CCA6-4FF4-8A9D-DAD4D222AF6B}" dt="2026-01-05T01:34:05.854" v="2969" actId="1076"/>
          <ac:spMkLst>
            <pc:docMk/>
            <pc:sldMk cId="3689760939" sldId="340"/>
            <ac:spMk id="3" creationId="{458E0070-F3F5-F222-1C98-921F2515A57D}"/>
          </ac:spMkLst>
        </pc:spChg>
        <pc:spChg chg="add mod">
          <ac:chgData name="Kanak Gupta" userId="4c46f7862bc1ce0b" providerId="LiveId" clId="{C6B9C385-CCA6-4FF4-8A9D-DAD4D222AF6B}" dt="2026-01-05T01:37:27.343" v="3027" actId="15"/>
          <ac:spMkLst>
            <pc:docMk/>
            <pc:sldMk cId="3689760939" sldId="340"/>
            <ac:spMk id="4" creationId="{20D3F6E2-ED53-5028-DD8A-B94D710EE178}"/>
          </ac:spMkLst>
        </pc:spChg>
        <pc:spChg chg="mod">
          <ac:chgData name="Kanak Gupta" userId="4c46f7862bc1ce0b" providerId="LiveId" clId="{C6B9C385-CCA6-4FF4-8A9D-DAD4D222AF6B}" dt="2026-01-05T01:37:59.283" v="3030" actId="1076"/>
          <ac:spMkLst>
            <pc:docMk/>
            <pc:sldMk cId="3689760939" sldId="340"/>
            <ac:spMk id="26" creationId="{BAB00CFA-2F31-462E-8ED4-D40D9EBCCCC4}"/>
          </ac:spMkLst>
        </pc:spChg>
        <pc:spChg chg="del mod">
          <ac:chgData name="Kanak Gupta" userId="4c46f7862bc1ce0b" providerId="LiveId" clId="{C6B9C385-CCA6-4FF4-8A9D-DAD4D222AF6B}" dt="2026-01-05T01:32:38.149" v="2955" actId="478"/>
          <ac:spMkLst>
            <pc:docMk/>
            <pc:sldMk cId="3689760939" sldId="340"/>
            <ac:spMk id="28" creationId="{B7220BF1-CF3F-4713-AC1B-4083CDAB54ED}"/>
          </ac:spMkLst>
        </pc:spChg>
        <pc:spChg chg="mod">
          <ac:chgData name="Kanak Gupta" userId="4c46f7862bc1ce0b" providerId="LiveId" clId="{C6B9C385-CCA6-4FF4-8A9D-DAD4D222AF6B}" dt="2026-01-05T01:37:51.859" v="3029" actId="1076"/>
          <ac:spMkLst>
            <pc:docMk/>
            <pc:sldMk cId="3689760939" sldId="340"/>
            <ac:spMk id="29" creationId="{8BDDFA24-A8E7-4330-852E-1DE4A5067ADF}"/>
          </ac:spMkLst>
        </pc:spChg>
        <pc:spChg chg="del">
          <ac:chgData name="Kanak Gupta" userId="4c46f7862bc1ce0b" providerId="LiveId" clId="{C6B9C385-CCA6-4FF4-8A9D-DAD4D222AF6B}" dt="2026-01-05T01:36:56.268" v="3025" actId="478"/>
          <ac:spMkLst>
            <pc:docMk/>
            <pc:sldMk cId="3689760939" sldId="340"/>
            <ac:spMk id="30" creationId="{C3F2E5EC-E443-49DB-A3A0-298388871700}"/>
          </ac:spMkLst>
        </pc:spChg>
      </pc:sldChg>
      <pc:sldChg chg="addSp delSp modSp mod ord">
        <pc:chgData name="Kanak Gupta" userId="4c46f7862bc1ce0b" providerId="LiveId" clId="{C6B9C385-CCA6-4FF4-8A9D-DAD4D222AF6B}" dt="2026-01-04T02:11:17.080" v="1199" actId="14100"/>
        <pc:sldMkLst>
          <pc:docMk/>
          <pc:sldMk cId="1942892940" sldId="343"/>
        </pc:sldMkLst>
        <pc:spChg chg="del">
          <ac:chgData name="Kanak Gupta" userId="4c46f7862bc1ce0b" providerId="LiveId" clId="{C6B9C385-CCA6-4FF4-8A9D-DAD4D222AF6B}" dt="2026-01-04T01:59:03.395" v="1123" actId="478"/>
          <ac:spMkLst>
            <pc:docMk/>
            <pc:sldMk cId="1942892940" sldId="343"/>
            <ac:spMk id="15" creationId="{2FFC9EB6-4DDB-4EB6-B10C-599295B8A4F5}"/>
          </ac:spMkLst>
        </pc:spChg>
        <pc:spChg chg="mod">
          <ac:chgData name="Kanak Gupta" userId="4c46f7862bc1ce0b" providerId="LiveId" clId="{C6B9C385-CCA6-4FF4-8A9D-DAD4D222AF6B}" dt="2026-01-04T02:08:11.942" v="1192" actId="1076"/>
          <ac:spMkLst>
            <pc:docMk/>
            <pc:sldMk cId="1942892940" sldId="343"/>
            <ac:spMk id="16" creationId="{FEDE9DF4-DCC3-4BBA-939A-C7D2117D1234}"/>
          </ac:spMkLst>
        </pc:spChg>
        <pc:spChg chg="mod">
          <ac:chgData name="Kanak Gupta" userId="4c46f7862bc1ce0b" providerId="LiveId" clId="{C6B9C385-CCA6-4FF4-8A9D-DAD4D222AF6B}" dt="2026-01-04T02:11:17.080" v="1199" actId="14100"/>
          <ac:spMkLst>
            <pc:docMk/>
            <pc:sldMk cId="1942892940" sldId="343"/>
            <ac:spMk id="17" creationId="{D861C421-ECD8-4489-95FE-5D6E79EB64F3}"/>
          </ac:spMkLst>
        </pc:spChg>
        <pc:spChg chg="add del mod">
          <ac:chgData name="Kanak Gupta" userId="4c46f7862bc1ce0b" providerId="LiveId" clId="{C6B9C385-CCA6-4FF4-8A9D-DAD4D222AF6B}" dt="2026-01-04T02:01:11.449" v="1129" actId="478"/>
          <ac:spMkLst>
            <pc:docMk/>
            <pc:sldMk cId="1942892940" sldId="343"/>
            <ac:spMk id="28" creationId="{726E5A2F-61CA-4BCC-BA05-248326311025}"/>
          </ac:spMkLst>
        </pc:spChg>
        <pc:picChg chg="add mod">
          <ac:chgData name="Kanak Gupta" userId="4c46f7862bc1ce0b" providerId="LiveId" clId="{C6B9C385-CCA6-4FF4-8A9D-DAD4D222AF6B}" dt="2026-01-04T02:01:09.181" v="1128" actId="1076"/>
          <ac:picMkLst>
            <pc:docMk/>
            <pc:sldMk cId="1942892940" sldId="343"/>
            <ac:picMk id="2058" creationId="{D09C276C-E20E-6E4D-E8B5-E4AE66EFDD23}"/>
          </ac:picMkLst>
        </pc:picChg>
        <pc:cxnChg chg="mod">
          <ac:chgData name="Kanak Gupta" userId="4c46f7862bc1ce0b" providerId="LiveId" clId="{C6B9C385-CCA6-4FF4-8A9D-DAD4D222AF6B}" dt="2026-01-03T02:50:31.669" v="237" actId="14100"/>
          <ac:cxnSpMkLst>
            <pc:docMk/>
            <pc:sldMk cId="1942892940" sldId="343"/>
            <ac:cxnSpMk id="6" creationId="{4B186071-6F7C-44C0-B665-96873F1C002B}"/>
          </ac:cxnSpMkLst>
        </pc:cxnChg>
        <pc:cxnChg chg="mod">
          <ac:chgData name="Kanak Gupta" userId="4c46f7862bc1ce0b" providerId="LiveId" clId="{C6B9C385-CCA6-4FF4-8A9D-DAD4D222AF6B}" dt="2026-01-03T02:51:03.534" v="241" actId="14100"/>
          <ac:cxnSpMkLst>
            <pc:docMk/>
            <pc:sldMk cId="1942892940" sldId="343"/>
            <ac:cxnSpMk id="7" creationId="{72F53FDE-E87E-475E-9A62-98E2AB7BA18F}"/>
          </ac:cxnSpMkLst>
        </pc:cxnChg>
      </pc:sldChg>
      <pc:sldChg chg="modSp del ord">
        <pc:chgData name="Kanak Gupta" userId="4c46f7862bc1ce0b" providerId="LiveId" clId="{C6B9C385-CCA6-4FF4-8A9D-DAD4D222AF6B}" dt="2026-01-05T02:24:51.719" v="3168" actId="2696"/>
        <pc:sldMkLst>
          <pc:docMk/>
          <pc:sldMk cId="3598007084" sldId="346"/>
        </pc:sldMkLst>
      </pc:sldChg>
      <pc:sldChg chg="modSp del">
        <pc:chgData name="Kanak Gupta" userId="4c46f7862bc1ce0b" providerId="LiveId" clId="{C6B9C385-CCA6-4FF4-8A9D-DAD4D222AF6B}" dt="2026-01-05T02:24:47.949" v="3167" actId="2696"/>
        <pc:sldMkLst>
          <pc:docMk/>
          <pc:sldMk cId="928618812" sldId="349"/>
        </pc:sldMkLst>
      </pc:sldChg>
      <pc:sldChg chg="addSp delSp modSp mod ord">
        <pc:chgData name="Kanak Gupta" userId="4c46f7862bc1ce0b" providerId="LiveId" clId="{C6B9C385-CCA6-4FF4-8A9D-DAD4D222AF6B}" dt="2026-01-04T18:59:15.986" v="2147" actId="20577"/>
        <pc:sldMkLst>
          <pc:docMk/>
          <pc:sldMk cId="1495349870" sldId="350"/>
        </pc:sldMkLst>
        <pc:spChg chg="del">
          <ac:chgData name="Kanak Gupta" userId="4c46f7862bc1ce0b" providerId="LiveId" clId="{C6B9C385-CCA6-4FF4-8A9D-DAD4D222AF6B}" dt="2026-01-04T01:46:43.300" v="924" actId="478"/>
          <ac:spMkLst>
            <pc:docMk/>
            <pc:sldMk cId="1495349870" sldId="350"/>
            <ac:spMk id="40" creationId="{8D916D33-76FC-4D2E-92FE-63EAD1F22A6E}"/>
          </ac:spMkLst>
        </pc:spChg>
        <pc:spChg chg="mod">
          <ac:chgData name="Kanak Gupta" userId="4c46f7862bc1ce0b" providerId="LiveId" clId="{C6B9C385-CCA6-4FF4-8A9D-DAD4D222AF6B}" dt="2026-01-04T01:50:58.371" v="1021" actId="122"/>
          <ac:spMkLst>
            <pc:docMk/>
            <pc:sldMk cId="1495349870" sldId="350"/>
            <ac:spMk id="41" creationId="{8FF3FB1C-2624-4A97-9C82-736E3B1B0BA2}"/>
          </ac:spMkLst>
        </pc:spChg>
        <pc:spChg chg="mod">
          <ac:chgData name="Kanak Gupta" userId="4c46f7862bc1ce0b" providerId="LiveId" clId="{C6B9C385-CCA6-4FF4-8A9D-DAD4D222AF6B}" dt="2026-01-04T18:59:15.986" v="2147" actId="20577"/>
          <ac:spMkLst>
            <pc:docMk/>
            <pc:sldMk cId="1495349870" sldId="350"/>
            <ac:spMk id="42" creationId="{CABE6337-F58F-4231-8D03-2E6649FA1366}"/>
          </ac:spMkLst>
        </pc:spChg>
        <pc:picChg chg="add mod">
          <ac:chgData name="Kanak Gupta" userId="4c46f7862bc1ce0b" providerId="LiveId" clId="{C6B9C385-CCA6-4FF4-8A9D-DAD4D222AF6B}" dt="2026-01-04T01:47:15.269" v="928" actId="14100"/>
          <ac:picMkLst>
            <pc:docMk/>
            <pc:sldMk cId="1495349870" sldId="350"/>
            <ac:picMk id="7176" creationId="{3FE09459-8B03-F171-66D7-139EF418598F}"/>
          </ac:picMkLst>
        </pc:picChg>
        <pc:picChg chg="add mod">
          <ac:chgData name="Kanak Gupta" userId="4c46f7862bc1ce0b" providerId="LiveId" clId="{C6B9C385-CCA6-4FF4-8A9D-DAD4D222AF6B}" dt="2026-01-04T01:49:59.814" v="1016" actId="1076"/>
          <ac:picMkLst>
            <pc:docMk/>
            <pc:sldMk cId="1495349870" sldId="350"/>
            <ac:picMk id="7178" creationId="{013A67FE-9262-FE3A-9392-35E2CF400841}"/>
          </ac:picMkLst>
        </pc:picChg>
      </pc:sldChg>
      <pc:sldChg chg="addSp delSp modSp mod ord">
        <pc:chgData name="Kanak Gupta" userId="4c46f7862bc1ce0b" providerId="LiveId" clId="{C6B9C385-CCA6-4FF4-8A9D-DAD4D222AF6B}" dt="2026-01-04T03:24:37.070" v="1397" actId="1076"/>
        <pc:sldMkLst>
          <pc:docMk/>
          <pc:sldMk cId="994252207" sldId="351"/>
        </pc:sldMkLst>
        <pc:spChg chg="del mod">
          <ac:chgData name="Kanak Gupta" userId="4c46f7862bc1ce0b" providerId="LiveId" clId="{C6B9C385-CCA6-4FF4-8A9D-DAD4D222AF6B}" dt="2026-01-04T01:55:03.710" v="1121" actId="478"/>
          <ac:spMkLst>
            <pc:docMk/>
            <pc:sldMk cId="994252207" sldId="351"/>
            <ac:spMk id="4" creationId="{601893C1-4E0D-4B27-A360-2FC1BD2018DD}"/>
          </ac:spMkLst>
        </pc:spChg>
        <pc:spChg chg="mod">
          <ac:chgData name="Kanak Gupta" userId="4c46f7862bc1ce0b" providerId="LiveId" clId="{C6B9C385-CCA6-4FF4-8A9D-DAD4D222AF6B}" dt="2026-01-04T03:24:37.070" v="1397" actId="1076"/>
          <ac:spMkLst>
            <pc:docMk/>
            <pc:sldMk cId="994252207" sldId="351"/>
            <ac:spMk id="20" creationId="{C8B4F912-9FB9-42F6-8721-FADD770FAF2C}"/>
          </ac:spMkLst>
        </pc:spChg>
        <pc:spChg chg="mod">
          <ac:chgData name="Kanak Gupta" userId="4c46f7862bc1ce0b" providerId="LiveId" clId="{C6B9C385-CCA6-4FF4-8A9D-DAD4D222AF6B}" dt="2026-01-04T03:24:03.358" v="1394" actId="20577"/>
          <ac:spMkLst>
            <pc:docMk/>
            <pc:sldMk cId="994252207" sldId="351"/>
            <ac:spMk id="21" creationId="{D927741C-8EE6-41B0-B0A5-AB106C3978E1}"/>
          </ac:spMkLst>
        </pc:spChg>
        <pc:picChg chg="del">
          <ac:chgData name="Kanak Gupta" userId="4c46f7862bc1ce0b" providerId="LiveId" clId="{C6B9C385-CCA6-4FF4-8A9D-DAD4D222AF6B}" dt="2026-01-04T03:02:42.494" v="1201" actId="478"/>
          <ac:picMkLst>
            <pc:docMk/>
            <pc:sldMk cId="994252207" sldId="351"/>
            <ac:picMk id="22" creationId="{A96F4AB9-9B28-4AF8-81F9-831F4CDA4118}"/>
          </ac:picMkLst>
        </pc:picChg>
        <pc:picChg chg="del">
          <ac:chgData name="Kanak Gupta" userId="4c46f7862bc1ce0b" providerId="LiveId" clId="{C6B9C385-CCA6-4FF4-8A9D-DAD4D222AF6B}" dt="2026-01-04T03:02:44.694" v="1202" actId="478"/>
          <ac:picMkLst>
            <pc:docMk/>
            <pc:sldMk cId="994252207" sldId="351"/>
            <ac:picMk id="23" creationId="{EE1E5FB2-BD9E-4221-9EDC-EEC9D309C27E}"/>
          </ac:picMkLst>
        </pc:picChg>
        <pc:picChg chg="add mod">
          <ac:chgData name="Kanak Gupta" userId="4c46f7862bc1ce0b" providerId="LiveId" clId="{C6B9C385-CCA6-4FF4-8A9D-DAD4D222AF6B}" dt="2026-01-04T03:23:32.096" v="1390" actId="1076"/>
          <ac:picMkLst>
            <pc:docMk/>
            <pc:sldMk cId="994252207" sldId="351"/>
            <ac:picMk id="3088" creationId="{5B7949D7-591A-A566-DECC-660ADA25943C}"/>
          </ac:picMkLst>
        </pc:picChg>
        <pc:cxnChg chg="mod">
          <ac:chgData name="Kanak Gupta" userId="4c46f7862bc1ce0b" providerId="LiveId" clId="{C6B9C385-CCA6-4FF4-8A9D-DAD4D222AF6B}" dt="2026-01-04T03:24:20.261" v="1396" actId="14100"/>
          <ac:cxnSpMkLst>
            <pc:docMk/>
            <pc:sldMk cId="994252207" sldId="351"/>
            <ac:cxnSpMk id="7" creationId="{F68F1388-5296-4EFE-81F9-95FA93A75258}"/>
          </ac:cxnSpMkLst>
        </pc:cxnChg>
      </pc:sldChg>
      <pc:sldChg chg="delSp modSp mod ord">
        <pc:chgData name="Kanak Gupta" userId="4c46f7862bc1ce0b" providerId="LiveId" clId="{C6B9C385-CCA6-4FF4-8A9D-DAD4D222AF6B}" dt="2026-01-05T01:47:03.423" v="3104" actId="20577"/>
        <pc:sldMkLst>
          <pc:docMk/>
          <pc:sldMk cId="2962156164" sldId="352"/>
        </pc:sldMkLst>
        <pc:spChg chg="del">
          <ac:chgData name="Kanak Gupta" userId="4c46f7862bc1ce0b" providerId="LiveId" clId="{C6B9C385-CCA6-4FF4-8A9D-DAD4D222AF6B}" dt="2026-01-04T23:22:33.966" v="2443" actId="478"/>
          <ac:spMkLst>
            <pc:docMk/>
            <pc:sldMk cId="2962156164" sldId="352"/>
            <ac:spMk id="16" creationId="{D99E577D-E7B8-4AA0-804D-86FC67EA6F89}"/>
          </ac:spMkLst>
        </pc:spChg>
        <pc:spChg chg="del">
          <ac:chgData name="Kanak Gupta" userId="4c46f7862bc1ce0b" providerId="LiveId" clId="{C6B9C385-CCA6-4FF4-8A9D-DAD4D222AF6B}" dt="2026-01-04T23:22:46.274" v="2448" actId="478"/>
          <ac:spMkLst>
            <pc:docMk/>
            <pc:sldMk cId="2962156164" sldId="352"/>
            <ac:spMk id="17" creationId="{FB903626-67D6-412F-B26B-98D15540E6BF}"/>
          </ac:spMkLst>
        </pc:spChg>
        <pc:spChg chg="del">
          <ac:chgData name="Kanak Gupta" userId="4c46f7862bc1ce0b" providerId="LiveId" clId="{C6B9C385-CCA6-4FF4-8A9D-DAD4D222AF6B}" dt="2026-01-04T23:22:29.939" v="2442" actId="478"/>
          <ac:spMkLst>
            <pc:docMk/>
            <pc:sldMk cId="2962156164" sldId="352"/>
            <ac:spMk id="23" creationId="{A4DBCB35-9E2A-40F0-81F9-D9AC653946AA}"/>
          </ac:spMkLst>
        </pc:spChg>
        <pc:spChg chg="mod">
          <ac:chgData name="Kanak Gupta" userId="4c46f7862bc1ce0b" providerId="LiveId" clId="{C6B9C385-CCA6-4FF4-8A9D-DAD4D222AF6B}" dt="2026-01-05T01:43:33.411" v="3064" actId="20577"/>
          <ac:spMkLst>
            <pc:docMk/>
            <pc:sldMk cId="2962156164" sldId="352"/>
            <ac:spMk id="24" creationId="{2BC8E9F7-907E-4D93-AE72-7648ECB3358F}"/>
          </ac:spMkLst>
        </pc:spChg>
        <pc:spChg chg="mod">
          <ac:chgData name="Kanak Gupta" userId="4c46f7862bc1ce0b" providerId="LiveId" clId="{C6B9C385-CCA6-4FF4-8A9D-DAD4D222AF6B}" dt="2026-01-05T01:47:03.423" v="3104" actId="20577"/>
          <ac:spMkLst>
            <pc:docMk/>
            <pc:sldMk cId="2962156164" sldId="352"/>
            <ac:spMk id="27" creationId="{6F7751C1-F709-4CC5-A393-0FD55F20A8D9}"/>
          </ac:spMkLst>
        </pc:spChg>
        <pc:spChg chg="del">
          <ac:chgData name="Kanak Gupta" userId="4c46f7862bc1ce0b" providerId="LiveId" clId="{C6B9C385-CCA6-4FF4-8A9D-DAD4D222AF6B}" dt="2026-01-04T23:22:39.853" v="2446" actId="478"/>
          <ac:spMkLst>
            <pc:docMk/>
            <pc:sldMk cId="2962156164" sldId="352"/>
            <ac:spMk id="38" creationId="{7FCFA545-A0CA-44ED-86E2-8CE39856AA0F}"/>
          </ac:spMkLst>
        </pc:spChg>
        <pc:spChg chg="del">
          <ac:chgData name="Kanak Gupta" userId="4c46f7862bc1ce0b" providerId="LiveId" clId="{C6B9C385-CCA6-4FF4-8A9D-DAD4D222AF6B}" dt="2026-01-04T23:22:43.196" v="2447" actId="478"/>
          <ac:spMkLst>
            <pc:docMk/>
            <pc:sldMk cId="2962156164" sldId="352"/>
            <ac:spMk id="39" creationId="{FAC40F1E-E61A-482C-95A5-70C37D2D2F72}"/>
          </ac:spMkLst>
        </pc:spChg>
        <pc:grpChg chg="del">
          <ac:chgData name="Kanak Gupta" userId="4c46f7862bc1ce0b" providerId="LiveId" clId="{C6B9C385-CCA6-4FF4-8A9D-DAD4D222AF6B}" dt="2026-01-04T23:22:34.995" v="2444" actId="478"/>
          <ac:grpSpMkLst>
            <pc:docMk/>
            <pc:sldMk cId="2962156164" sldId="352"/>
            <ac:grpSpMk id="18" creationId="{241EC710-48DE-46C8-B634-AD7C98D75529}"/>
          </ac:grpSpMkLst>
        </pc:grpChg>
        <pc:grpChg chg="del">
          <ac:chgData name="Kanak Gupta" userId="4c46f7862bc1ce0b" providerId="LiveId" clId="{C6B9C385-CCA6-4FF4-8A9D-DAD4D222AF6B}" dt="2026-01-04T23:22:28.761" v="2441" actId="478"/>
          <ac:grpSpMkLst>
            <pc:docMk/>
            <pc:sldMk cId="2962156164" sldId="352"/>
            <ac:grpSpMk id="28" creationId="{4FF9D6BB-9387-4191-A0D9-A1CB338B0993}"/>
          </ac:grpSpMkLst>
        </pc:grpChg>
        <pc:grpChg chg="del">
          <ac:chgData name="Kanak Gupta" userId="4c46f7862bc1ce0b" providerId="LiveId" clId="{C6B9C385-CCA6-4FF4-8A9D-DAD4D222AF6B}" dt="2026-01-04T23:22:38.622" v="2445" actId="478"/>
          <ac:grpSpMkLst>
            <pc:docMk/>
            <pc:sldMk cId="2962156164" sldId="352"/>
            <ac:grpSpMk id="40" creationId="{0A7D76DC-891D-4F08-AF99-FB6777C9E3F6}"/>
          </ac:grpSpMkLst>
        </pc:grpChg>
      </pc:sldChg>
      <pc:sldChg chg="del">
        <pc:chgData name="Kanak Gupta" userId="4c46f7862bc1ce0b" providerId="LiveId" clId="{C6B9C385-CCA6-4FF4-8A9D-DAD4D222AF6B}" dt="2026-01-04T17:36:50.828" v="2111" actId="2696"/>
        <pc:sldMkLst>
          <pc:docMk/>
          <pc:sldMk cId="126945495" sldId="387"/>
        </pc:sldMkLst>
      </pc:sldChg>
      <pc:sldChg chg="del">
        <pc:chgData name="Kanak Gupta" userId="4c46f7862bc1ce0b" providerId="LiveId" clId="{C6B9C385-CCA6-4FF4-8A9D-DAD4D222AF6B}" dt="2026-01-04T17:36:59.808" v="2112" actId="2696"/>
        <pc:sldMkLst>
          <pc:docMk/>
          <pc:sldMk cId="2977237710" sldId="487"/>
        </pc:sldMkLst>
      </pc:sldChg>
      <pc:sldChg chg="addSp delSp modSp add del ord">
        <pc:chgData name="Kanak Gupta" userId="4c46f7862bc1ce0b" providerId="LiveId" clId="{C6B9C385-CCA6-4FF4-8A9D-DAD4D222AF6B}" dt="2026-01-05T01:49:05.257" v="3114" actId="2696"/>
        <pc:sldMkLst>
          <pc:docMk/>
          <pc:sldMk cId="3592558381" sldId="488"/>
        </pc:sldMkLst>
      </pc:sldChg>
      <pc:sldChg chg="addSp delSp modSp add mod ord">
        <pc:chgData name="Kanak Gupta" userId="4c46f7862bc1ce0b" providerId="LiveId" clId="{C6B9C385-CCA6-4FF4-8A9D-DAD4D222AF6B}" dt="2026-01-04T03:53:02.997" v="1671" actId="14100"/>
        <pc:sldMkLst>
          <pc:docMk/>
          <pc:sldMk cId="763012090" sldId="489"/>
        </pc:sldMkLst>
        <pc:spChg chg="del mod">
          <ac:chgData name="Kanak Gupta" userId="4c46f7862bc1ce0b" providerId="LiveId" clId="{C6B9C385-CCA6-4FF4-8A9D-DAD4D222AF6B}" dt="2026-01-04T03:42:53.220" v="1588" actId="478"/>
          <ac:spMkLst>
            <pc:docMk/>
            <pc:sldMk cId="763012090" sldId="489"/>
            <ac:spMk id="5" creationId="{02DE35DB-26B4-7B60-7B93-D15AC42D05B1}"/>
          </ac:spMkLst>
        </pc:spChg>
        <pc:spChg chg="del">
          <ac:chgData name="Kanak Gupta" userId="4c46f7862bc1ce0b" providerId="LiveId" clId="{C6B9C385-CCA6-4FF4-8A9D-DAD4D222AF6B}" dt="2026-01-04T03:47:32.165" v="1593" actId="478"/>
          <ac:spMkLst>
            <pc:docMk/>
            <pc:sldMk cId="763012090" sldId="489"/>
            <ac:spMk id="16" creationId="{BFC7A0CA-A7CF-D815-29C2-59312174AACA}"/>
          </ac:spMkLst>
        </pc:spChg>
        <pc:spChg chg="mod">
          <ac:chgData name="Kanak Gupta" userId="4c46f7862bc1ce0b" providerId="LiveId" clId="{C6B9C385-CCA6-4FF4-8A9D-DAD4D222AF6B}" dt="2026-01-04T03:52:38.625" v="1623" actId="1076"/>
          <ac:spMkLst>
            <pc:docMk/>
            <pc:sldMk cId="763012090" sldId="489"/>
            <ac:spMk id="17" creationId="{A826A1C3-9D03-D606-FB3B-A4A1638C81E5}"/>
          </ac:spMkLst>
        </pc:spChg>
        <pc:spChg chg="del">
          <ac:chgData name="Kanak Gupta" userId="4c46f7862bc1ce0b" providerId="LiveId" clId="{C6B9C385-CCA6-4FF4-8A9D-DAD4D222AF6B}" dt="2026-01-04T03:47:24.450" v="1592" actId="478"/>
          <ac:spMkLst>
            <pc:docMk/>
            <pc:sldMk cId="763012090" sldId="489"/>
            <ac:spMk id="18" creationId="{69FC39C8-29F2-26D5-2E7E-05378FBAA732}"/>
          </ac:spMkLst>
        </pc:spChg>
        <pc:spChg chg="del">
          <ac:chgData name="Kanak Gupta" userId="4c46f7862bc1ce0b" providerId="LiveId" clId="{C6B9C385-CCA6-4FF4-8A9D-DAD4D222AF6B}" dt="2026-01-04T03:47:21.161" v="1591" actId="478"/>
          <ac:spMkLst>
            <pc:docMk/>
            <pc:sldMk cId="763012090" sldId="489"/>
            <ac:spMk id="19" creationId="{CB701053-71A2-041E-EF15-DC49C4E243DD}"/>
          </ac:spMkLst>
        </pc:spChg>
        <pc:spChg chg="mod">
          <ac:chgData name="Kanak Gupta" userId="4c46f7862bc1ce0b" providerId="LiveId" clId="{C6B9C385-CCA6-4FF4-8A9D-DAD4D222AF6B}" dt="2026-01-04T03:53:02.997" v="1671" actId="14100"/>
          <ac:spMkLst>
            <pc:docMk/>
            <pc:sldMk cId="763012090" sldId="489"/>
            <ac:spMk id="20" creationId="{BD93DFD3-4A0A-0A56-0D99-E3F2F35FF9CA}"/>
          </ac:spMkLst>
        </pc:spChg>
        <pc:spChg chg="del">
          <ac:chgData name="Kanak Gupta" userId="4c46f7862bc1ce0b" providerId="LiveId" clId="{C6B9C385-CCA6-4FF4-8A9D-DAD4D222AF6B}" dt="2026-01-04T03:47:40.490" v="1595" actId="478"/>
          <ac:spMkLst>
            <pc:docMk/>
            <pc:sldMk cId="763012090" sldId="489"/>
            <ac:spMk id="21" creationId="{EBF57862-39AE-B9AF-CEAD-E6D9068DECF3}"/>
          </ac:spMkLst>
        </pc:spChg>
        <pc:picChg chg="add mod">
          <ac:chgData name="Kanak Gupta" userId="4c46f7862bc1ce0b" providerId="LiveId" clId="{C6B9C385-CCA6-4FF4-8A9D-DAD4D222AF6B}" dt="2026-01-04T03:48:55.659" v="1605" actId="14100"/>
          <ac:picMkLst>
            <pc:docMk/>
            <pc:sldMk cId="763012090" sldId="489"/>
            <ac:picMk id="1026" creationId="{ED9DDFF4-0DB9-1C83-31A4-50DF80199DEE}"/>
          </ac:picMkLst>
        </pc:picChg>
        <pc:cxnChg chg="mod">
          <ac:chgData name="Kanak Gupta" userId="4c46f7862bc1ce0b" providerId="LiveId" clId="{C6B9C385-CCA6-4FF4-8A9D-DAD4D222AF6B}" dt="2026-01-04T03:48:50.448" v="1604" actId="14100"/>
          <ac:cxnSpMkLst>
            <pc:docMk/>
            <pc:sldMk cId="763012090" sldId="489"/>
            <ac:cxnSpMk id="14" creationId="{A1784557-3D53-999C-11FA-53C0A6DA602E}"/>
          </ac:cxnSpMkLst>
        </pc:cxnChg>
      </pc:sldChg>
      <pc:sldChg chg="addSp delSp modSp add mod ord">
        <pc:chgData name="Kanak Gupta" userId="4c46f7862bc1ce0b" providerId="LiveId" clId="{C6B9C385-CCA6-4FF4-8A9D-DAD4D222AF6B}" dt="2026-01-04T03:18:14.206" v="1377" actId="20577"/>
        <pc:sldMkLst>
          <pc:docMk/>
          <pc:sldMk cId="3615072770" sldId="490"/>
        </pc:sldMkLst>
        <pc:spChg chg="del">
          <ac:chgData name="Kanak Gupta" userId="4c46f7862bc1ce0b" providerId="LiveId" clId="{C6B9C385-CCA6-4FF4-8A9D-DAD4D222AF6B}" dt="2026-01-04T03:14:14.220" v="1308" actId="478"/>
          <ac:spMkLst>
            <pc:docMk/>
            <pc:sldMk cId="3615072770" sldId="490"/>
            <ac:spMk id="15" creationId="{A0239D0A-F8A4-7084-52B0-250DDB031CE9}"/>
          </ac:spMkLst>
        </pc:spChg>
        <pc:spChg chg="mod">
          <ac:chgData name="Kanak Gupta" userId="4c46f7862bc1ce0b" providerId="LiveId" clId="{C6B9C385-CCA6-4FF4-8A9D-DAD4D222AF6B}" dt="2026-01-04T03:16:57.200" v="1369" actId="1076"/>
          <ac:spMkLst>
            <pc:docMk/>
            <pc:sldMk cId="3615072770" sldId="490"/>
            <ac:spMk id="16" creationId="{354A9520-FDD1-CF62-060D-D74166F8C5F1}"/>
          </ac:spMkLst>
        </pc:spChg>
        <pc:spChg chg="mod">
          <ac:chgData name="Kanak Gupta" userId="4c46f7862bc1ce0b" providerId="LiveId" clId="{C6B9C385-CCA6-4FF4-8A9D-DAD4D222AF6B}" dt="2026-01-04T03:18:14.206" v="1377" actId="20577"/>
          <ac:spMkLst>
            <pc:docMk/>
            <pc:sldMk cId="3615072770" sldId="490"/>
            <ac:spMk id="17" creationId="{9EE5FF88-7619-48A9-AD31-5E68449E7901}"/>
          </ac:spMkLst>
        </pc:spChg>
        <pc:picChg chg="add mod">
          <ac:chgData name="Kanak Gupta" userId="4c46f7862bc1ce0b" providerId="LiveId" clId="{C6B9C385-CCA6-4FF4-8A9D-DAD4D222AF6B}" dt="2026-01-04T03:14:00.917" v="1307" actId="1076"/>
          <ac:picMkLst>
            <pc:docMk/>
            <pc:sldMk cId="3615072770" sldId="490"/>
            <ac:picMk id="9226" creationId="{563F1A94-A89E-01AF-3208-256BD4D40F3B}"/>
          </ac:picMkLst>
        </pc:picChg>
        <pc:cxnChg chg="mod">
          <ac:chgData name="Kanak Gupta" userId="4c46f7862bc1ce0b" providerId="LiveId" clId="{C6B9C385-CCA6-4FF4-8A9D-DAD4D222AF6B}" dt="2026-01-04T03:13:41.664" v="1305" actId="14100"/>
          <ac:cxnSpMkLst>
            <pc:docMk/>
            <pc:sldMk cId="3615072770" sldId="490"/>
            <ac:cxnSpMk id="7" creationId="{ADAEF7DD-59E7-1FE0-535B-B51175CFA1BC}"/>
          </ac:cxnSpMkLst>
        </pc:cxnChg>
      </pc:sldChg>
      <pc:sldChg chg="addSp delSp modSp add mod ord setBg">
        <pc:chgData name="Kanak Gupta" userId="4c46f7862bc1ce0b" providerId="LiveId" clId="{C6B9C385-CCA6-4FF4-8A9D-DAD4D222AF6B}" dt="2026-01-05T02:23:10.250" v="3166" actId="1076"/>
        <pc:sldMkLst>
          <pc:docMk/>
          <pc:sldMk cId="1354083523" sldId="491"/>
        </pc:sldMkLst>
        <pc:spChg chg="add mod">
          <ac:chgData name="Kanak Gupta" userId="4c46f7862bc1ce0b" providerId="LiveId" clId="{C6B9C385-CCA6-4FF4-8A9D-DAD4D222AF6B}" dt="2026-01-05T02:22:22.017" v="3160" actId="1076"/>
          <ac:spMkLst>
            <pc:docMk/>
            <pc:sldMk cId="1354083523" sldId="491"/>
            <ac:spMk id="2" creationId="{82FC216C-13AF-8968-D2A8-CE8787911004}"/>
          </ac:spMkLst>
        </pc:spChg>
        <pc:spChg chg="del mod">
          <ac:chgData name="Kanak Gupta" userId="4c46f7862bc1ce0b" providerId="LiveId" clId="{C6B9C385-CCA6-4FF4-8A9D-DAD4D222AF6B}" dt="2026-01-05T02:21:28.258" v="3149" actId="478"/>
          <ac:spMkLst>
            <pc:docMk/>
            <pc:sldMk cId="1354083523" sldId="491"/>
            <ac:spMk id="10" creationId="{4C17C57B-BAE0-2229-8731-65FB8000895D}"/>
          </ac:spMkLst>
        </pc:spChg>
        <pc:spChg chg="del">
          <ac:chgData name="Kanak Gupta" userId="4c46f7862bc1ce0b" providerId="LiveId" clId="{C6B9C385-CCA6-4FF4-8A9D-DAD4D222AF6B}" dt="2026-01-05T02:19:06.630" v="3121" actId="478"/>
          <ac:spMkLst>
            <pc:docMk/>
            <pc:sldMk cId="1354083523" sldId="491"/>
            <ac:spMk id="11" creationId="{2E407E59-E85B-FFEC-8E8D-B4C034F8FC00}"/>
          </ac:spMkLst>
        </pc:spChg>
        <pc:spChg chg="del">
          <ac:chgData name="Kanak Gupta" userId="4c46f7862bc1ce0b" providerId="LiveId" clId="{C6B9C385-CCA6-4FF4-8A9D-DAD4D222AF6B}" dt="2026-01-05T02:19:10.756" v="3122" actId="478"/>
          <ac:spMkLst>
            <pc:docMk/>
            <pc:sldMk cId="1354083523" sldId="491"/>
            <ac:spMk id="12" creationId="{14111EE1-DEAC-56BD-4DE4-9EB22C605D53}"/>
          </ac:spMkLst>
        </pc:spChg>
        <pc:spChg chg="mod">
          <ac:chgData name="Kanak Gupta" userId="4c46f7862bc1ce0b" providerId="LiveId" clId="{C6B9C385-CCA6-4FF4-8A9D-DAD4D222AF6B}" dt="2026-01-05T02:20:35.074" v="3143" actId="1076"/>
          <ac:spMkLst>
            <pc:docMk/>
            <pc:sldMk cId="1354083523" sldId="491"/>
            <ac:spMk id="13" creationId="{3E30FD54-A491-F3CB-F9E5-B25E7AFD8CD7}"/>
          </ac:spMkLst>
        </pc:spChg>
        <pc:spChg chg="del">
          <ac:chgData name="Kanak Gupta" userId="4c46f7862bc1ce0b" providerId="LiveId" clId="{C6B9C385-CCA6-4FF4-8A9D-DAD4D222AF6B}" dt="2026-01-05T02:19:01.147" v="3120" actId="478"/>
          <ac:spMkLst>
            <pc:docMk/>
            <pc:sldMk cId="1354083523" sldId="491"/>
            <ac:spMk id="17" creationId="{E5985039-4226-414D-C23B-D6C2B3B86CE4}"/>
          </ac:spMkLst>
        </pc:spChg>
        <pc:spChg chg="del">
          <ac:chgData name="Kanak Gupta" userId="4c46f7862bc1ce0b" providerId="LiveId" clId="{C6B9C385-CCA6-4FF4-8A9D-DAD4D222AF6B}" dt="2026-01-05T02:19:15.601" v="3123" actId="478"/>
          <ac:spMkLst>
            <pc:docMk/>
            <pc:sldMk cId="1354083523" sldId="491"/>
            <ac:spMk id="19" creationId="{A9AD2A7C-8336-9EFC-05C1-39BA4BC3C24E}"/>
          </ac:spMkLst>
        </pc:spChg>
        <pc:spChg chg="del">
          <ac:chgData name="Kanak Gupta" userId="4c46f7862bc1ce0b" providerId="LiveId" clId="{C6B9C385-CCA6-4FF4-8A9D-DAD4D222AF6B}" dt="2026-01-05T02:19:18.671" v="3124" actId="478"/>
          <ac:spMkLst>
            <pc:docMk/>
            <pc:sldMk cId="1354083523" sldId="491"/>
            <ac:spMk id="22" creationId="{C4F89567-5EDF-DA77-9497-CEF7CD81AF2B}"/>
          </ac:spMkLst>
        </pc:spChg>
        <pc:spChg chg="del">
          <ac:chgData name="Kanak Gupta" userId="4c46f7862bc1ce0b" providerId="LiveId" clId="{C6B9C385-CCA6-4FF4-8A9D-DAD4D222AF6B}" dt="2026-01-05T02:19:26.522" v="3126" actId="478"/>
          <ac:spMkLst>
            <pc:docMk/>
            <pc:sldMk cId="1354083523" sldId="491"/>
            <ac:spMk id="23" creationId="{EA3D72BE-EB34-63CC-3B85-5825BB7697E7}"/>
          </ac:spMkLst>
        </pc:spChg>
        <pc:spChg chg="del">
          <ac:chgData name="Kanak Gupta" userId="4c46f7862bc1ce0b" providerId="LiveId" clId="{C6B9C385-CCA6-4FF4-8A9D-DAD4D222AF6B}" dt="2026-01-05T02:19:23.361" v="3125" actId="478"/>
          <ac:spMkLst>
            <pc:docMk/>
            <pc:sldMk cId="1354083523" sldId="491"/>
            <ac:spMk id="24" creationId="{DBDC096A-B83F-404B-F2C9-BE8A887B4352}"/>
          </ac:spMkLst>
        </pc:spChg>
        <pc:picChg chg="add mod">
          <ac:chgData name="Kanak Gupta" userId="4c46f7862bc1ce0b" providerId="LiveId" clId="{C6B9C385-CCA6-4FF4-8A9D-DAD4D222AF6B}" dt="2026-01-05T02:22:54.024" v="3164" actId="1076"/>
          <ac:picMkLst>
            <pc:docMk/>
            <pc:sldMk cId="1354083523" sldId="491"/>
            <ac:picMk id="4" creationId="{640B7E50-4E7A-DCAC-CDED-7C29C5A05217}"/>
          </ac:picMkLst>
        </pc:picChg>
        <pc:picChg chg="add mod">
          <ac:chgData name="Kanak Gupta" userId="4c46f7862bc1ce0b" providerId="LiveId" clId="{C6B9C385-CCA6-4FF4-8A9D-DAD4D222AF6B}" dt="2026-01-05T02:23:10.250" v="3166" actId="1076"/>
          <ac:picMkLst>
            <pc:docMk/>
            <pc:sldMk cId="1354083523" sldId="491"/>
            <ac:picMk id="5" creationId="{63FBB391-3E13-3A64-0E37-0BCC5A0C33EE}"/>
          </ac:picMkLst>
        </pc:picChg>
      </pc:sldChg>
      <pc:sldChg chg="add del">
        <pc:chgData name="Kanak Gupta" userId="4c46f7862bc1ce0b" providerId="LiveId" clId="{C6B9C385-CCA6-4FF4-8A9D-DAD4D222AF6B}" dt="2026-01-05T01:50:48.687" v="3115" actId="2696"/>
        <pc:sldMkLst>
          <pc:docMk/>
          <pc:sldMk cId="713013143" sldId="492"/>
        </pc:sldMkLst>
      </pc:sldChg>
      <pc:sldChg chg="addSp delSp modSp add mod ord">
        <pc:chgData name="Kanak Gupta" userId="4c46f7862bc1ce0b" providerId="LiveId" clId="{C6B9C385-CCA6-4FF4-8A9D-DAD4D222AF6B}" dt="2026-01-04T04:36:30.105" v="2078" actId="14100"/>
        <pc:sldMkLst>
          <pc:docMk/>
          <pc:sldMk cId="1218320692" sldId="493"/>
        </pc:sldMkLst>
        <pc:spChg chg="mod">
          <ac:chgData name="Kanak Gupta" userId="4c46f7862bc1ce0b" providerId="LiveId" clId="{C6B9C385-CCA6-4FF4-8A9D-DAD4D222AF6B}" dt="2026-01-04T01:20:34.638" v="813" actId="122"/>
          <ac:spMkLst>
            <pc:docMk/>
            <pc:sldMk cId="1218320692" sldId="493"/>
            <ac:spMk id="7" creationId="{FAF39095-120D-A6FB-E0FE-612BEDC9F879}"/>
          </ac:spMkLst>
        </pc:spChg>
        <pc:spChg chg="mod">
          <ac:chgData name="Kanak Gupta" userId="4c46f7862bc1ce0b" providerId="LiveId" clId="{C6B9C385-CCA6-4FF4-8A9D-DAD4D222AF6B}" dt="2026-01-04T04:36:30.105" v="2078" actId="14100"/>
          <ac:spMkLst>
            <pc:docMk/>
            <pc:sldMk cId="1218320692" sldId="493"/>
            <ac:spMk id="32" creationId="{EDE1679C-B1D3-5911-695F-2A5700100D10}"/>
          </ac:spMkLst>
        </pc:spChg>
        <pc:picChg chg="add del mod">
          <ac:chgData name="Kanak Gupta" userId="4c46f7862bc1ce0b" providerId="LiveId" clId="{C6B9C385-CCA6-4FF4-8A9D-DAD4D222AF6B}" dt="2026-01-03T03:45:52.064" v="357" actId="478"/>
          <ac:picMkLst>
            <pc:docMk/>
            <pc:sldMk cId="1218320692" sldId="493"/>
            <ac:picMk id="8198" creationId="{EFEA03E7-9111-DE2E-8E8A-AACE5A2CE67F}"/>
          </ac:picMkLst>
        </pc:picChg>
        <pc:cxnChg chg="mod">
          <ac:chgData name="Kanak Gupta" userId="4c46f7862bc1ce0b" providerId="LiveId" clId="{C6B9C385-CCA6-4FF4-8A9D-DAD4D222AF6B}" dt="2026-01-04T04:36:21.203" v="2077" actId="14100"/>
          <ac:cxnSpMkLst>
            <pc:docMk/>
            <pc:sldMk cId="1218320692" sldId="493"/>
            <ac:cxnSpMk id="24" creationId="{B7D59F29-AD93-00BE-A2D8-C4317CD749B1}"/>
          </ac:cxnSpMkLst>
        </pc:cxnChg>
      </pc:sldChg>
      <pc:sldChg chg="addSp delSp modSp add mod ord">
        <pc:chgData name="Kanak Gupta" userId="4c46f7862bc1ce0b" providerId="LiveId" clId="{C6B9C385-CCA6-4FF4-8A9D-DAD4D222AF6B}" dt="2026-01-04T04:13:34.933" v="1859" actId="20577"/>
        <pc:sldMkLst>
          <pc:docMk/>
          <pc:sldMk cId="920552664" sldId="494"/>
        </pc:sldMkLst>
        <pc:spChg chg="del">
          <ac:chgData name="Kanak Gupta" userId="4c46f7862bc1ce0b" providerId="LiveId" clId="{C6B9C385-CCA6-4FF4-8A9D-DAD4D222AF6B}" dt="2026-01-04T04:10:02.152" v="1783" actId="478"/>
          <ac:spMkLst>
            <pc:docMk/>
            <pc:sldMk cId="920552664" sldId="494"/>
            <ac:spMk id="15" creationId="{B8F5AF47-57D2-096A-7BA2-9277B4A7D521}"/>
          </ac:spMkLst>
        </pc:spChg>
        <pc:spChg chg="mod">
          <ac:chgData name="Kanak Gupta" userId="4c46f7862bc1ce0b" providerId="LiveId" clId="{C6B9C385-CCA6-4FF4-8A9D-DAD4D222AF6B}" dt="2026-01-04T04:11:45.832" v="1845" actId="255"/>
          <ac:spMkLst>
            <pc:docMk/>
            <pc:sldMk cId="920552664" sldId="494"/>
            <ac:spMk id="16" creationId="{6E737DA9-1AEE-2C8F-9669-B397E8C97486}"/>
          </ac:spMkLst>
        </pc:spChg>
        <pc:spChg chg="mod">
          <ac:chgData name="Kanak Gupta" userId="4c46f7862bc1ce0b" providerId="LiveId" clId="{C6B9C385-CCA6-4FF4-8A9D-DAD4D222AF6B}" dt="2026-01-04T04:13:34.933" v="1859" actId="20577"/>
          <ac:spMkLst>
            <pc:docMk/>
            <pc:sldMk cId="920552664" sldId="494"/>
            <ac:spMk id="17" creationId="{287F5D86-2222-8247-FC3B-FFC51A870743}"/>
          </ac:spMkLst>
        </pc:spChg>
        <pc:picChg chg="add mod">
          <ac:chgData name="Kanak Gupta" userId="4c46f7862bc1ce0b" providerId="LiveId" clId="{C6B9C385-CCA6-4FF4-8A9D-DAD4D222AF6B}" dt="2026-01-04T04:10:47.452" v="1789" actId="1076"/>
          <ac:picMkLst>
            <pc:docMk/>
            <pc:sldMk cId="920552664" sldId="494"/>
            <ac:picMk id="15376" creationId="{3483B2E8-9D73-BA4D-2B84-0654005E54B8}"/>
          </ac:picMkLst>
        </pc:picChg>
        <pc:cxnChg chg="mod">
          <ac:chgData name="Kanak Gupta" userId="4c46f7862bc1ce0b" providerId="LiveId" clId="{C6B9C385-CCA6-4FF4-8A9D-DAD4D222AF6B}" dt="2026-01-04T04:12:17.402" v="1849" actId="14100"/>
          <ac:cxnSpMkLst>
            <pc:docMk/>
            <pc:sldMk cId="920552664" sldId="494"/>
            <ac:cxnSpMk id="23" creationId="{4FCE523F-9FEB-C9F7-1591-5963FD2D1D96}"/>
          </ac:cxnSpMkLst>
        </pc:cxnChg>
      </pc:sldChg>
      <pc:sldChg chg="addSp delSp modSp add mod ord">
        <pc:chgData name="Kanak Gupta" userId="4c46f7862bc1ce0b" providerId="LiveId" clId="{C6B9C385-CCA6-4FF4-8A9D-DAD4D222AF6B}" dt="2026-01-04T03:32:01.266" v="1481" actId="1076"/>
        <pc:sldMkLst>
          <pc:docMk/>
          <pc:sldMk cId="1572979706" sldId="495"/>
        </pc:sldMkLst>
        <pc:spChg chg="mod">
          <ac:chgData name="Kanak Gupta" userId="4c46f7862bc1ce0b" providerId="LiveId" clId="{C6B9C385-CCA6-4FF4-8A9D-DAD4D222AF6B}" dt="2026-01-04T03:26:51.248" v="1472" actId="14100"/>
          <ac:spMkLst>
            <pc:docMk/>
            <pc:sldMk cId="1572979706" sldId="495"/>
            <ac:spMk id="16" creationId="{0573A9E2-B8D9-38D0-3017-9E97D6B10E00}"/>
          </ac:spMkLst>
        </pc:spChg>
        <pc:spChg chg="del">
          <ac:chgData name="Kanak Gupta" userId="4c46f7862bc1ce0b" providerId="LiveId" clId="{C6B9C385-CCA6-4FF4-8A9D-DAD4D222AF6B}" dt="2026-01-04T03:21:31.390" v="1378" actId="478"/>
          <ac:spMkLst>
            <pc:docMk/>
            <pc:sldMk cId="1572979706" sldId="495"/>
            <ac:spMk id="17" creationId="{4137D047-29B2-D3D4-6A70-4F2E7C6B91A0}"/>
          </ac:spMkLst>
        </pc:spChg>
        <pc:spChg chg="mod">
          <ac:chgData name="Kanak Gupta" userId="4c46f7862bc1ce0b" providerId="LiveId" clId="{C6B9C385-CCA6-4FF4-8A9D-DAD4D222AF6B}" dt="2026-01-04T03:32:01.266" v="1481" actId="1076"/>
          <ac:spMkLst>
            <pc:docMk/>
            <pc:sldMk cId="1572979706" sldId="495"/>
            <ac:spMk id="18" creationId="{6BBEC0C8-559E-A50D-A1E6-5F14AB25B8E0}"/>
          </ac:spMkLst>
        </pc:spChg>
        <pc:picChg chg="add mod">
          <ac:chgData name="Kanak Gupta" userId="4c46f7862bc1ce0b" providerId="LiveId" clId="{C6B9C385-CCA6-4FF4-8A9D-DAD4D222AF6B}" dt="2026-01-04T03:21:52.531" v="1381" actId="14100"/>
          <ac:picMkLst>
            <pc:docMk/>
            <pc:sldMk cId="1572979706" sldId="495"/>
            <ac:picMk id="10246" creationId="{918859BE-DFB6-10D6-3B8E-7EEC7C86BB08}"/>
          </ac:picMkLst>
        </pc:picChg>
      </pc:sldChg>
      <pc:sldChg chg="addSp delSp modSp add mod ord">
        <pc:chgData name="Kanak Gupta" userId="4c46f7862bc1ce0b" providerId="LiveId" clId="{C6B9C385-CCA6-4FF4-8A9D-DAD4D222AF6B}" dt="2026-01-04T03:39:56.979" v="1584" actId="1076"/>
        <pc:sldMkLst>
          <pc:docMk/>
          <pc:sldMk cId="4263776443" sldId="496"/>
        </pc:sldMkLst>
        <pc:spChg chg="del mod">
          <ac:chgData name="Kanak Gupta" userId="4c46f7862bc1ce0b" providerId="LiveId" clId="{C6B9C385-CCA6-4FF4-8A9D-DAD4D222AF6B}" dt="2026-01-04T03:35:14.946" v="1483" actId="478"/>
          <ac:spMkLst>
            <pc:docMk/>
            <pc:sldMk cId="4263776443" sldId="496"/>
            <ac:spMk id="40" creationId="{C51EC3A8-6A80-3264-0F27-A57C11B20704}"/>
          </ac:spMkLst>
        </pc:spChg>
        <pc:spChg chg="mod">
          <ac:chgData name="Kanak Gupta" userId="4c46f7862bc1ce0b" providerId="LiveId" clId="{C6B9C385-CCA6-4FF4-8A9D-DAD4D222AF6B}" dt="2026-01-04T03:39:16.597" v="1578" actId="14100"/>
          <ac:spMkLst>
            <pc:docMk/>
            <pc:sldMk cId="4263776443" sldId="496"/>
            <ac:spMk id="41" creationId="{FF84A845-1D41-4244-A7B5-C04C6DF757EC}"/>
          </ac:spMkLst>
        </pc:spChg>
        <pc:spChg chg="mod">
          <ac:chgData name="Kanak Gupta" userId="4c46f7862bc1ce0b" providerId="LiveId" clId="{C6B9C385-CCA6-4FF4-8A9D-DAD4D222AF6B}" dt="2026-01-04T03:39:56.979" v="1584" actId="1076"/>
          <ac:spMkLst>
            <pc:docMk/>
            <pc:sldMk cId="4263776443" sldId="496"/>
            <ac:spMk id="42" creationId="{30C467B2-9309-4056-B317-5DC8132DA502}"/>
          </ac:spMkLst>
        </pc:spChg>
        <pc:picChg chg="add mod">
          <ac:chgData name="Kanak Gupta" userId="4c46f7862bc1ce0b" providerId="LiveId" clId="{C6B9C385-CCA6-4FF4-8A9D-DAD4D222AF6B}" dt="2026-01-04T03:39:07.936" v="1576" actId="14100"/>
          <ac:picMkLst>
            <pc:docMk/>
            <pc:sldMk cId="4263776443" sldId="496"/>
            <ac:picMk id="11270" creationId="{0CD3CEC8-1437-9CAA-C582-B56E7DD492BF}"/>
          </ac:picMkLst>
        </pc:picChg>
      </pc:sldChg>
      <pc:sldChg chg="addSp delSp modSp add mod ord">
        <pc:chgData name="Kanak Gupta" userId="4c46f7862bc1ce0b" providerId="LiveId" clId="{C6B9C385-CCA6-4FF4-8A9D-DAD4D222AF6B}" dt="2026-01-04T04:29:28.128" v="2075" actId="20577"/>
        <pc:sldMkLst>
          <pc:docMk/>
          <pc:sldMk cId="178431113" sldId="497"/>
        </pc:sldMkLst>
        <pc:spChg chg="mod">
          <ac:chgData name="Kanak Gupta" userId="4c46f7862bc1ce0b" providerId="LiveId" clId="{C6B9C385-CCA6-4FF4-8A9D-DAD4D222AF6B}" dt="2026-01-04T04:27:38.770" v="1977" actId="20577"/>
          <ac:spMkLst>
            <pc:docMk/>
            <pc:sldMk cId="178431113" sldId="497"/>
            <ac:spMk id="10" creationId="{EA266380-AAF1-8DB8-3C59-556D771F3B42}"/>
          </ac:spMkLst>
        </pc:spChg>
        <pc:spChg chg="del">
          <ac:chgData name="Kanak Gupta" userId="4c46f7862bc1ce0b" providerId="LiveId" clId="{C6B9C385-CCA6-4FF4-8A9D-DAD4D222AF6B}" dt="2026-01-04T04:19:26.812" v="1871" actId="478"/>
          <ac:spMkLst>
            <pc:docMk/>
            <pc:sldMk cId="178431113" sldId="497"/>
            <ac:spMk id="11" creationId="{3E35A13C-49F4-E84A-410C-542ADE7EC6F2}"/>
          </ac:spMkLst>
        </pc:spChg>
        <pc:spChg chg="del">
          <ac:chgData name="Kanak Gupta" userId="4c46f7862bc1ce0b" providerId="LiveId" clId="{C6B9C385-CCA6-4FF4-8A9D-DAD4D222AF6B}" dt="2026-01-04T04:19:35.064" v="1873" actId="478"/>
          <ac:spMkLst>
            <pc:docMk/>
            <pc:sldMk cId="178431113" sldId="497"/>
            <ac:spMk id="12" creationId="{D03C42B1-5F28-6F99-8C5C-8F88671C925D}"/>
          </ac:spMkLst>
        </pc:spChg>
        <pc:spChg chg="mod">
          <ac:chgData name="Kanak Gupta" userId="4c46f7862bc1ce0b" providerId="LiveId" clId="{C6B9C385-CCA6-4FF4-8A9D-DAD4D222AF6B}" dt="2026-01-04T04:28:07.765" v="2041" actId="20577"/>
          <ac:spMkLst>
            <pc:docMk/>
            <pc:sldMk cId="178431113" sldId="497"/>
            <ac:spMk id="13" creationId="{E080D4CD-4251-8820-8E82-F29FE5ACF9D3}"/>
          </ac:spMkLst>
        </pc:spChg>
        <pc:spChg chg="del">
          <ac:chgData name="Kanak Gupta" userId="4c46f7862bc1ce0b" providerId="LiveId" clId="{C6B9C385-CCA6-4FF4-8A9D-DAD4D222AF6B}" dt="2026-01-04T04:19:20.247" v="1870" actId="478"/>
          <ac:spMkLst>
            <pc:docMk/>
            <pc:sldMk cId="178431113" sldId="497"/>
            <ac:spMk id="17" creationId="{92728174-EEB2-97FE-4474-D4CB0F1317D5}"/>
          </ac:spMkLst>
        </pc:spChg>
        <pc:spChg chg="del">
          <ac:chgData name="Kanak Gupta" userId="4c46f7862bc1ce0b" providerId="LiveId" clId="{C6B9C385-CCA6-4FF4-8A9D-DAD4D222AF6B}" dt="2026-01-04T04:19:48.083" v="1877" actId="478"/>
          <ac:spMkLst>
            <pc:docMk/>
            <pc:sldMk cId="178431113" sldId="497"/>
            <ac:spMk id="19" creationId="{A9D34219-FB5A-60FF-9F24-FF98551D2EBA}"/>
          </ac:spMkLst>
        </pc:spChg>
        <pc:spChg chg="mod">
          <ac:chgData name="Kanak Gupta" userId="4c46f7862bc1ce0b" providerId="LiveId" clId="{C6B9C385-CCA6-4FF4-8A9D-DAD4D222AF6B}" dt="2026-01-04T04:29:28.128" v="2075" actId="20577"/>
          <ac:spMkLst>
            <pc:docMk/>
            <pc:sldMk cId="178431113" sldId="497"/>
            <ac:spMk id="22" creationId="{67AB0755-9450-F59D-20CB-060642EFC65A}"/>
          </ac:spMkLst>
        </pc:spChg>
        <pc:spChg chg="del">
          <ac:chgData name="Kanak Gupta" userId="4c46f7862bc1ce0b" providerId="LiveId" clId="{C6B9C385-CCA6-4FF4-8A9D-DAD4D222AF6B}" dt="2026-01-04T04:19:56.835" v="1879" actId="478"/>
          <ac:spMkLst>
            <pc:docMk/>
            <pc:sldMk cId="178431113" sldId="497"/>
            <ac:spMk id="23" creationId="{F34D81BD-A357-DD73-3854-FB9841AD998B}"/>
          </ac:spMkLst>
        </pc:spChg>
        <pc:spChg chg="del">
          <ac:chgData name="Kanak Gupta" userId="4c46f7862bc1ce0b" providerId="LiveId" clId="{C6B9C385-CCA6-4FF4-8A9D-DAD4D222AF6B}" dt="2026-01-04T04:19:53.380" v="1878" actId="478"/>
          <ac:spMkLst>
            <pc:docMk/>
            <pc:sldMk cId="178431113" sldId="497"/>
            <ac:spMk id="24" creationId="{DD614AE7-67E6-4BF8-E5B8-D65FE00E7CA2}"/>
          </ac:spMkLst>
        </pc:spChg>
        <pc:picChg chg="add mod">
          <ac:chgData name="Kanak Gupta" userId="4c46f7862bc1ce0b" providerId="LiveId" clId="{C6B9C385-CCA6-4FF4-8A9D-DAD4D222AF6B}" dt="2026-01-04T04:27:05.243" v="1969" actId="1076"/>
          <ac:picMkLst>
            <pc:docMk/>
            <pc:sldMk cId="178431113" sldId="497"/>
            <ac:picMk id="12294" creationId="{64AA8515-98D8-A6CD-D8C6-92B917417E30}"/>
          </ac:picMkLst>
        </pc:picChg>
        <pc:picChg chg="add mod">
          <ac:chgData name="Kanak Gupta" userId="4c46f7862bc1ce0b" providerId="LiveId" clId="{C6B9C385-CCA6-4FF4-8A9D-DAD4D222AF6B}" dt="2026-01-04T04:27:14.775" v="1970" actId="1076"/>
          <ac:picMkLst>
            <pc:docMk/>
            <pc:sldMk cId="178431113" sldId="497"/>
            <ac:picMk id="12296" creationId="{B0B75E6A-452A-016A-C883-10CCBD8B0B20}"/>
          </ac:picMkLst>
        </pc:picChg>
        <pc:cxnChg chg="mod">
          <ac:chgData name="Kanak Gupta" userId="4c46f7862bc1ce0b" providerId="LiveId" clId="{C6B9C385-CCA6-4FF4-8A9D-DAD4D222AF6B}" dt="2026-01-04T04:26:58.561" v="1968" actId="14100"/>
          <ac:cxnSpMkLst>
            <pc:docMk/>
            <pc:sldMk cId="178431113" sldId="497"/>
            <ac:cxnSpMk id="3" creationId="{023CE4A1-EA4F-D36E-61AA-86626A6A3B95}"/>
          </ac:cxnSpMkLst>
        </pc:cxnChg>
      </pc:sldChg>
      <pc:sldChg chg="addSp delSp modSp add mod ord">
        <pc:chgData name="Kanak Gupta" userId="4c46f7862bc1ce0b" providerId="LiveId" clId="{C6B9C385-CCA6-4FF4-8A9D-DAD4D222AF6B}" dt="2026-01-04T17:58:02.751" v="2113" actId="27107"/>
        <pc:sldMkLst>
          <pc:docMk/>
          <pc:sldMk cId="938701844" sldId="498"/>
        </pc:sldMkLst>
        <pc:spChg chg="mod">
          <ac:chgData name="Kanak Gupta" userId="4c46f7862bc1ce0b" providerId="LiveId" clId="{C6B9C385-CCA6-4FF4-8A9D-DAD4D222AF6B}" dt="2026-01-04T17:58:02.751" v="2113" actId="27107"/>
          <ac:spMkLst>
            <pc:docMk/>
            <pc:sldMk cId="938701844" sldId="498"/>
            <ac:spMk id="20" creationId="{FDC3F2B3-68B8-8DC8-B458-02C5DA49D2F1}"/>
          </ac:spMkLst>
        </pc:spChg>
        <pc:spChg chg="mod">
          <ac:chgData name="Kanak Gupta" userId="4c46f7862bc1ce0b" providerId="LiveId" clId="{C6B9C385-CCA6-4FF4-8A9D-DAD4D222AF6B}" dt="2026-01-04T04:04:57.122" v="1775" actId="1076"/>
          <ac:spMkLst>
            <pc:docMk/>
            <pc:sldMk cId="938701844" sldId="498"/>
            <ac:spMk id="21" creationId="{5F89622F-850D-2A8C-6E63-AA67C295A3E8}"/>
          </ac:spMkLst>
        </pc:spChg>
        <pc:picChg chg="del">
          <ac:chgData name="Kanak Gupta" userId="4c46f7862bc1ce0b" providerId="LiveId" clId="{C6B9C385-CCA6-4FF4-8A9D-DAD4D222AF6B}" dt="2026-01-04T03:55:02.041" v="1675" actId="478"/>
          <ac:picMkLst>
            <pc:docMk/>
            <pc:sldMk cId="938701844" sldId="498"/>
            <ac:picMk id="22" creationId="{33CD0431-0F92-7213-D9F4-24FE501FFDD5}"/>
          </ac:picMkLst>
        </pc:picChg>
        <pc:picChg chg="del">
          <ac:chgData name="Kanak Gupta" userId="4c46f7862bc1ce0b" providerId="LiveId" clId="{C6B9C385-CCA6-4FF4-8A9D-DAD4D222AF6B}" dt="2026-01-04T03:55:04.279" v="1676" actId="478"/>
          <ac:picMkLst>
            <pc:docMk/>
            <pc:sldMk cId="938701844" sldId="498"/>
            <ac:picMk id="23" creationId="{D18ED105-D658-EB19-544D-53B0E0960407}"/>
          </ac:picMkLst>
        </pc:picChg>
        <pc:picChg chg="add mod">
          <ac:chgData name="Kanak Gupta" userId="4c46f7862bc1ce0b" providerId="LiveId" clId="{C6B9C385-CCA6-4FF4-8A9D-DAD4D222AF6B}" dt="2026-01-04T04:04:51.086" v="1774" actId="1076"/>
          <ac:picMkLst>
            <pc:docMk/>
            <pc:sldMk cId="938701844" sldId="498"/>
            <ac:picMk id="2052" creationId="{0E2F1E5A-C5C8-742B-3538-AB7853778998}"/>
          </ac:picMkLst>
        </pc:picChg>
        <pc:cxnChg chg="mod">
          <ac:chgData name="Kanak Gupta" userId="4c46f7862bc1ce0b" providerId="LiveId" clId="{C6B9C385-CCA6-4FF4-8A9D-DAD4D222AF6B}" dt="2026-01-04T04:02:16.279" v="1741" actId="14100"/>
          <ac:cxnSpMkLst>
            <pc:docMk/>
            <pc:sldMk cId="938701844" sldId="498"/>
            <ac:cxnSpMk id="7" creationId="{D368C8DA-4EA8-460C-6B86-B69A55E46D37}"/>
          </ac:cxnSpMkLst>
        </pc:cxnChg>
      </pc:sldChg>
      <pc:sldChg chg="add del">
        <pc:chgData name="Kanak Gupta" userId="4c46f7862bc1ce0b" providerId="LiveId" clId="{C6B9C385-CCA6-4FF4-8A9D-DAD4D222AF6B}" dt="2026-01-05T01:48:44.932" v="3106" actId="2696"/>
        <pc:sldMkLst>
          <pc:docMk/>
          <pc:sldMk cId="2016903754" sldId="499"/>
        </pc:sldMkLst>
      </pc:sldChg>
      <pc:sldChg chg="add del ord">
        <pc:chgData name="Kanak Gupta" userId="4c46f7862bc1ce0b" providerId="LiveId" clId="{C6B9C385-CCA6-4FF4-8A9D-DAD4D222AF6B}" dt="2026-01-05T02:18:52.875" v="3119" actId="2696"/>
        <pc:sldMkLst>
          <pc:docMk/>
          <pc:sldMk cId="3242020730" sldId="4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pptmon.com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D632E16-6110-4C9A-A245-77BF15C086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516FFF-5309-4320-8888-E0493AECFD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00"/>
          <a:stretch/>
        </p:blipFill>
        <p:spPr>
          <a:xfrm>
            <a:off x="10459442" y="0"/>
            <a:ext cx="1732558" cy="4038600"/>
          </a:xfrm>
          <a:prstGeom prst="rect">
            <a:avLst/>
          </a:prstGeom>
        </p:spPr>
      </p:pic>
      <p:pic>
        <p:nvPicPr>
          <p:cNvPr id="6" name="Graphic 3">
            <a:hlinkClick r:id="rId4"/>
            <a:extLst>
              <a:ext uri="{FF2B5EF4-FFF2-40B4-BE49-F238E27FC236}">
                <a16:creationId xmlns:a16="http://schemas.microsoft.com/office/drawing/2014/main" id="{43C4C2B9-F078-4461-BFFD-863F79C715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7" name="TextBox 6">
            <a:hlinkClick r:id="rId7"/>
            <a:extLst>
              <a:ext uri="{FF2B5EF4-FFF2-40B4-BE49-F238E27FC236}">
                <a16:creationId xmlns:a16="http://schemas.microsoft.com/office/drawing/2014/main" id="{5C4793D9-378D-4226-B652-8CF471B1BD04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54DEBD5A-3512-4EFD-BE38-F40790F8AB59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8341518" y="1123951"/>
            <a:ext cx="2593182" cy="461009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52BBE33-2C36-48B1-80E1-49C4F9A0B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00" b="29874"/>
          <a:stretch/>
        </p:blipFill>
        <p:spPr>
          <a:xfrm>
            <a:off x="10459442" y="4025900"/>
            <a:ext cx="1732558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43BCC9E-EB3F-43A0-8D8F-D2D8A0553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DE1544-46F5-4DA6-90F9-F58B0060BD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8000"/>
            <a:ext cx="3600000" cy="3600000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D6A5AAA-1341-4281-9A48-C1D4004164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2078" y="2279711"/>
            <a:ext cx="3600000" cy="3600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  <a:extLst>
              <a:ext uri="{FF2B5EF4-FFF2-40B4-BE49-F238E27FC236}">
                <a16:creationId xmlns:a16="http://schemas.microsoft.com/office/drawing/2014/main" id="{C73BB925-D7DD-4923-9700-442C0A11B8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48D59AC7-B115-4F40-975C-58D22C8FBD41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06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BF343FC-C675-4147-A2B1-69B3F8F2C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F61E82-16F2-47CA-A563-9C72FE645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7106"/>
            <a:ext cx="3600294" cy="36002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1892DB-38DA-467C-9AB1-140090E78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706" y="997106"/>
            <a:ext cx="3600294" cy="3600294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8CF72EC2-000F-4DFB-BBE9-73D12DF861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8357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20848EB8-6259-421C-A6A4-21465DF48C9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39183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0" name="Graphic 3">
            <a:hlinkClick r:id="rId4"/>
            <a:extLst>
              <a:ext uri="{FF2B5EF4-FFF2-40B4-BE49-F238E27FC236}">
                <a16:creationId xmlns:a16="http://schemas.microsoft.com/office/drawing/2014/main" id="{9232DCA0-FAA6-4730-AAE8-7296249C0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2" name="TextBox 11">
            <a:hlinkClick r:id="rId7"/>
            <a:extLst>
              <a:ext uri="{FF2B5EF4-FFF2-40B4-BE49-F238E27FC236}">
                <a16:creationId xmlns:a16="http://schemas.microsoft.com/office/drawing/2014/main" id="{A575AAAC-0D97-483F-B6D1-13332D63CB3F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80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6F6CD33-5565-452B-8998-3631BD7947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47CCC374-538E-4EAC-ADD6-9C0C3E27D8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968343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3"/>
            <a:extLst>
              <a:ext uri="{FF2B5EF4-FFF2-40B4-BE49-F238E27FC236}">
                <a16:creationId xmlns:a16="http://schemas.microsoft.com/office/drawing/2014/main" id="{AD34C9ED-4D11-49B2-A84E-6614C41B9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E9A8840E-993C-4417-A8AF-4E06B25C1357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67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C0EC594-5058-4125-B65E-9EB09EB274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CA7084-A450-4A43-A1A6-2FD7198156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47" y="0"/>
            <a:ext cx="3429000" cy="3429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3A410A0-1478-4F6D-AD22-EAE3DE88E0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168" y="3429000"/>
            <a:ext cx="3429000" cy="3429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B8A779A-69F7-49A6-BAB6-F45C09FFA2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0"/>
          <a:stretch/>
        </p:blipFill>
        <p:spPr>
          <a:xfrm>
            <a:off x="8865168" y="3429000"/>
            <a:ext cx="3326832" cy="3429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63AF0B36-C826-482E-BA16-F3E1910180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3578" y="0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C2C8B199-2DD0-440F-98DC-073762768D0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46685" y="2249715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710E7631-3393-4E26-A147-08D4844C839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14799" y="2249715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Graphic 3">
            <a:hlinkClick r:id="rId4"/>
            <a:extLst>
              <a:ext uri="{FF2B5EF4-FFF2-40B4-BE49-F238E27FC236}">
                <a16:creationId xmlns:a16="http://schemas.microsoft.com/office/drawing/2014/main" id="{6BBA67BE-7659-4CB3-BE6A-CCD4B32D37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5" name="TextBox 14">
            <a:hlinkClick r:id="rId7"/>
            <a:extLst>
              <a:ext uri="{FF2B5EF4-FFF2-40B4-BE49-F238E27FC236}">
                <a16:creationId xmlns:a16="http://schemas.microsoft.com/office/drawing/2014/main" id="{4444EA01-4B2C-4CE2-ACB8-8DC0FE125E7B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61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3F5FE5F-3E66-4AAB-833E-CBE4A85F4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EA67C0-94F6-4D53-B382-DDC7F3143F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4172"/>
            <a:ext cx="2873828" cy="28738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277AA0-A1B8-403D-BC11-25A180B81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497" y="0"/>
            <a:ext cx="2873828" cy="2873828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2A22EEA1-EAD5-40E1-8834-964FB98EF97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8497" y="1502278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E93F790C-61ED-4DCD-816D-3DB6998B613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67867" y="1502278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Graphic 3">
            <a:hlinkClick r:id="rId4"/>
            <a:extLst>
              <a:ext uri="{FF2B5EF4-FFF2-40B4-BE49-F238E27FC236}">
                <a16:creationId xmlns:a16="http://schemas.microsoft.com/office/drawing/2014/main" id="{2F3A2877-3450-41C5-8043-15A0C758F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3" name="TextBox 12">
            <a:hlinkClick r:id="rId7"/>
            <a:extLst>
              <a:ext uri="{FF2B5EF4-FFF2-40B4-BE49-F238E27FC236}">
                <a16:creationId xmlns:a16="http://schemas.microsoft.com/office/drawing/2014/main" id="{64D5643A-5D5E-4B28-9021-E727BD9FAAD4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55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E8C6185-15C5-4D2F-9FA1-DE0E316E4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2023A0-977F-4F14-B9A3-F1859D13FB9E}"/>
              </a:ext>
            </a:extLst>
          </p:cNvPr>
          <p:cNvSpPr/>
          <p:nvPr userDrawn="1"/>
        </p:nvSpPr>
        <p:spPr>
          <a:xfrm>
            <a:off x="7010400" y="1260000"/>
            <a:ext cx="4462200" cy="4338000"/>
          </a:xfrm>
          <a:prstGeom prst="rect">
            <a:avLst/>
          </a:prstGeom>
          <a:noFill/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lvl="0" algn="ctr"/>
            <a:endParaRPr lang="ko-KR" altLang="en-US" sz="2400" dirty="0">
              <a:latin typeface="+mj-lt"/>
            </a:endParaRPr>
          </a:p>
        </p:txBody>
      </p:sp>
      <p:sp>
        <p:nvSpPr>
          <p:cNvPr id="13" name="그림 개체 틀 4">
            <a:extLst>
              <a:ext uri="{FF2B5EF4-FFF2-40B4-BE49-F238E27FC236}">
                <a16:creationId xmlns:a16="http://schemas.microsoft.com/office/drawing/2014/main" id="{C662BB72-C4E6-4742-9C5F-63FCBFA23A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94300" y="1562100"/>
            <a:ext cx="3894400" cy="18669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504416-BA0B-4D64-9AFB-A22A04D9D65B}"/>
              </a:ext>
            </a:extLst>
          </p:cNvPr>
          <p:cNvSpPr/>
          <p:nvPr userDrawn="1"/>
        </p:nvSpPr>
        <p:spPr>
          <a:xfrm>
            <a:off x="719400" y="1260000"/>
            <a:ext cx="6095286" cy="4338000"/>
          </a:xfrm>
          <a:prstGeom prst="rect">
            <a:avLst/>
          </a:prstGeom>
          <a:noFill/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lvl="0" algn="ctr"/>
            <a:endParaRPr lang="ko-KR" altLang="en-US" sz="2400" dirty="0">
              <a:latin typeface="+mj-lt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1E9083E-68A6-4A6A-A9D4-6DA41D0BF7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01663" y="0"/>
            <a:ext cx="2590337" cy="2590337"/>
          </a:xfrm>
          <a:custGeom>
            <a:avLst/>
            <a:gdLst>
              <a:gd name="connsiteX0" fmla="*/ 0 w 2590337"/>
              <a:gd name="connsiteY0" fmla="*/ 0 h 2590337"/>
              <a:gd name="connsiteX1" fmla="*/ 2590337 w 2590337"/>
              <a:gd name="connsiteY1" fmla="*/ 0 h 2590337"/>
              <a:gd name="connsiteX2" fmla="*/ 2590337 w 2590337"/>
              <a:gd name="connsiteY2" fmla="*/ 2590337 h 2590337"/>
              <a:gd name="connsiteX3" fmla="*/ 1870937 w 2590337"/>
              <a:gd name="connsiteY3" fmla="*/ 2590337 h 2590337"/>
              <a:gd name="connsiteX4" fmla="*/ 1870937 w 2590337"/>
              <a:gd name="connsiteY4" fmla="*/ 1260000 h 2590337"/>
              <a:gd name="connsiteX5" fmla="*/ 0 w 2590337"/>
              <a:gd name="connsiteY5" fmla="*/ 1260000 h 259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0337" h="2590337">
                <a:moveTo>
                  <a:pt x="0" y="0"/>
                </a:moveTo>
                <a:lnTo>
                  <a:pt x="2590337" y="0"/>
                </a:lnTo>
                <a:lnTo>
                  <a:pt x="2590337" y="2590337"/>
                </a:lnTo>
                <a:lnTo>
                  <a:pt x="1870937" y="2590337"/>
                </a:lnTo>
                <a:lnTo>
                  <a:pt x="1870937" y="1260000"/>
                </a:lnTo>
                <a:lnTo>
                  <a:pt x="0" y="1260000"/>
                </a:lnTo>
                <a:close/>
              </a:path>
            </a:pathLst>
          </a:custGeom>
        </p:spPr>
      </p:pic>
      <p:pic>
        <p:nvPicPr>
          <p:cNvPr id="9" name="Graphic 3">
            <a:hlinkClick r:id="rId4"/>
            <a:extLst>
              <a:ext uri="{FF2B5EF4-FFF2-40B4-BE49-F238E27FC236}">
                <a16:creationId xmlns:a16="http://schemas.microsoft.com/office/drawing/2014/main" id="{A550207B-24AE-4A5C-95BB-9C27B4F99F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8AFFFB2B-AFF0-4E97-AC9A-702C9869B2A7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62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08161ED-8AFC-46C8-B679-8F4FD4A9AD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21C2F6-5E77-4BFB-8684-AADDE3AA35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1342350"/>
            <a:ext cx="4470400" cy="4470400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6DA34BBF-36AD-41C1-BC70-51FFA15EC4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9086" y="1650881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  <a:extLst>
              <a:ext uri="{FF2B5EF4-FFF2-40B4-BE49-F238E27FC236}">
                <a16:creationId xmlns:a16="http://schemas.microsoft.com/office/drawing/2014/main" id="{D9BA84D6-64E9-457D-BA31-53463910D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43B1B1E4-C762-4FF1-B8DE-870C8F7C91A5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371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F52C772-9B79-4D7A-8D0D-E2C260A8EB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B186177-433C-41F9-A71A-7B182827E50A}"/>
              </a:ext>
            </a:extLst>
          </p:cNvPr>
          <p:cNvCxnSpPr>
            <a:cxnSpLocks/>
          </p:cNvCxnSpPr>
          <p:nvPr userDrawn="1"/>
        </p:nvCxnSpPr>
        <p:spPr>
          <a:xfrm>
            <a:off x="873578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2AB002A-9A9B-4172-B1EB-55A82A709748}"/>
              </a:ext>
            </a:extLst>
          </p:cNvPr>
          <p:cNvCxnSpPr>
            <a:cxnSpLocks/>
          </p:cNvCxnSpPr>
          <p:nvPr userDrawn="1"/>
        </p:nvCxnSpPr>
        <p:spPr>
          <a:xfrm>
            <a:off x="11318423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EC94724F-FBC8-4038-9314-13A7D5087D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9" name="Graphic 3">
            <a:hlinkClick r:id="rId3"/>
            <a:extLst>
              <a:ext uri="{FF2B5EF4-FFF2-40B4-BE49-F238E27FC236}">
                <a16:creationId xmlns:a16="http://schemas.microsoft.com/office/drawing/2014/main" id="{A73D02C2-29B4-4C53-8A05-52FE739132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3" name="TextBox 12">
            <a:hlinkClick r:id="rId6"/>
            <a:extLst>
              <a:ext uri="{FF2B5EF4-FFF2-40B4-BE49-F238E27FC236}">
                <a16:creationId xmlns:a16="http://schemas.microsoft.com/office/drawing/2014/main" id="{92A20736-A1CC-41EB-9AE6-9DF9B0C1196B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226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E8F94FB-BE23-4985-9277-7F9DCCD370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3DF88C5-75D7-43EF-895E-FBC69A67C0E2}"/>
              </a:ext>
            </a:extLst>
          </p:cNvPr>
          <p:cNvCxnSpPr>
            <a:cxnSpLocks/>
          </p:cNvCxnSpPr>
          <p:nvPr userDrawn="1"/>
        </p:nvCxnSpPr>
        <p:spPr>
          <a:xfrm>
            <a:off x="873578" y="-2"/>
            <a:ext cx="1" cy="68580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9C08E6D-6D67-4B7A-8C31-5FD6F5C73EE8}"/>
              </a:ext>
            </a:extLst>
          </p:cNvPr>
          <p:cNvCxnSpPr>
            <a:cxnSpLocks/>
          </p:cNvCxnSpPr>
          <p:nvPr userDrawn="1"/>
        </p:nvCxnSpPr>
        <p:spPr>
          <a:xfrm>
            <a:off x="11318423" y="-2"/>
            <a:ext cx="1" cy="68580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87EE0D28-1E3C-44F5-B4F5-A55CDFA00A1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3"/>
            <a:extLst>
              <a:ext uri="{FF2B5EF4-FFF2-40B4-BE49-F238E27FC236}">
                <a16:creationId xmlns:a16="http://schemas.microsoft.com/office/drawing/2014/main" id="{2795B3BD-2D86-4BA8-A7CC-9DF9C79D7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3" name="TextBox 12">
            <a:hlinkClick r:id="rId6"/>
            <a:extLst>
              <a:ext uri="{FF2B5EF4-FFF2-40B4-BE49-F238E27FC236}">
                <a16:creationId xmlns:a16="http://schemas.microsoft.com/office/drawing/2014/main" id="{882AB879-0A42-46C5-834B-E4AD2243327B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8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2C58CFC-56F8-4F05-9453-D7EF4650D2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CFDF8BB-90D5-40FD-97A6-59B5929DE48A}"/>
              </a:ext>
            </a:extLst>
          </p:cNvPr>
          <p:cNvCxnSpPr>
            <a:cxnSpLocks/>
          </p:cNvCxnSpPr>
          <p:nvPr userDrawn="1"/>
        </p:nvCxnSpPr>
        <p:spPr>
          <a:xfrm>
            <a:off x="873578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6441C6A-7C51-41A5-AF44-81BDE60B2BFD}"/>
              </a:ext>
            </a:extLst>
          </p:cNvPr>
          <p:cNvCxnSpPr>
            <a:cxnSpLocks/>
          </p:cNvCxnSpPr>
          <p:nvPr userDrawn="1"/>
        </p:nvCxnSpPr>
        <p:spPr>
          <a:xfrm>
            <a:off x="11318423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림 개체 틀 8">
            <a:extLst>
              <a:ext uri="{FF2B5EF4-FFF2-40B4-BE49-F238E27FC236}">
                <a16:creationId xmlns:a16="http://schemas.microsoft.com/office/drawing/2014/main" id="{DBB1A64E-7984-4451-BB8D-BFD95A7A56B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2BE34192-746B-4F53-9113-F5ECFB59C6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3" name="TextBox 12">
            <a:hlinkClick r:id="rId6"/>
            <a:extLst>
              <a:ext uri="{FF2B5EF4-FFF2-40B4-BE49-F238E27FC236}">
                <a16:creationId xmlns:a16="http://schemas.microsoft.com/office/drawing/2014/main" id="{AA7E4354-836A-4F8E-8188-292551CD8EE1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44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8954E0D-CF58-4E6F-807B-91563BFA6B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C111D23-2D4D-4607-B335-F0A27BE534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15171" y="1638300"/>
            <a:ext cx="5656358" cy="35814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8D7ABA-2245-4E8D-87FB-958959B1E3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50" y="0"/>
            <a:ext cx="4119721" cy="41197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3A16776-674B-4B27-A6FF-9BA04A6D0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20"/>
          <a:stretch/>
        </p:blipFill>
        <p:spPr>
          <a:xfrm>
            <a:off x="9321371" y="0"/>
            <a:ext cx="2870629" cy="41197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B869344-C8AA-48F5-9B49-2CE1C66536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24"/>
          <a:stretch/>
        </p:blipFill>
        <p:spPr>
          <a:xfrm>
            <a:off x="5214350" y="4107021"/>
            <a:ext cx="4119721" cy="27509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87A8B3-DB00-47EF-ABE2-5B17E65251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20" b="33224"/>
          <a:stretch/>
        </p:blipFill>
        <p:spPr>
          <a:xfrm>
            <a:off x="9321371" y="4107021"/>
            <a:ext cx="2870629" cy="2750979"/>
          </a:xfrm>
          <a:prstGeom prst="rect">
            <a:avLst/>
          </a:prstGeom>
        </p:spPr>
      </p:pic>
      <p:pic>
        <p:nvPicPr>
          <p:cNvPr id="10" name="Graphic 3">
            <a:hlinkClick r:id="rId4"/>
            <a:extLst>
              <a:ext uri="{FF2B5EF4-FFF2-40B4-BE49-F238E27FC236}">
                <a16:creationId xmlns:a16="http://schemas.microsoft.com/office/drawing/2014/main" id="{B70E29BA-51DC-4515-97FE-801744DF4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2" name="TextBox 11">
            <a:hlinkClick r:id="rId7"/>
            <a:extLst>
              <a:ext uri="{FF2B5EF4-FFF2-40B4-BE49-F238E27FC236}">
                <a16:creationId xmlns:a16="http://schemas.microsoft.com/office/drawing/2014/main" id="{8AEA97AD-2153-4294-8100-11FDB61A87B4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978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181910-ABD2-4CE8-9520-F6743B701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DB8B2833-1AAA-45B8-A95E-BAE164CB38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173EC5AD-C886-4A72-BF58-58CEB15B43F4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2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6D753B-B229-497E-9E4A-FF0E02BD9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C8A6432D-B260-4316-B695-95A6FB646C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A1847D34-6CE5-4AF4-A16B-822C63E76EFA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74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03CDB3-05B3-4853-9E8D-911F98B01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6CA08C85-3CD1-415D-A47C-C170B83187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9C7C1127-D465-4DB8-97AD-EE5134F7B67E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680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0E6F2A9-5B04-42A5-B9C7-35FF1B4985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4426E54-3D06-4FF0-8C6F-6474178052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863" y="0"/>
            <a:ext cx="3112055" cy="31120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4B4E5A-4977-4D3D-84DE-7A7DF72D24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945" y="3745945"/>
            <a:ext cx="3112055" cy="3112055"/>
          </a:xfrm>
          <a:prstGeom prst="rect">
            <a:avLst/>
          </a:prstGeom>
        </p:spPr>
      </p:pic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7AA12CE5-4159-4AE0-9C4B-0759217553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41347" y="1502278"/>
            <a:ext cx="2320977" cy="3112055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6C96B204-66C5-452A-A2F9-E38DE1DB8EF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502278"/>
            <a:ext cx="2320977" cy="3112055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Graphic 3">
            <a:hlinkClick r:id="rId4"/>
            <a:extLst>
              <a:ext uri="{FF2B5EF4-FFF2-40B4-BE49-F238E27FC236}">
                <a16:creationId xmlns:a16="http://schemas.microsoft.com/office/drawing/2014/main" id="{A96CAAE8-14A8-403B-9FFD-DC1F2E150D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14" name="TextBox 13">
            <a:hlinkClick r:id="rId7"/>
            <a:extLst>
              <a:ext uri="{FF2B5EF4-FFF2-40B4-BE49-F238E27FC236}">
                <a16:creationId xmlns:a16="http://schemas.microsoft.com/office/drawing/2014/main" id="{6539E703-6A68-43D1-AFFB-043D8D6D7B52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400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0C225AC5-5427-477D-9D9B-061FA623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7C3B226B-1156-498F-9501-66D925C63E8D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81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CB271088-0EC9-4454-A5CD-885EB0CB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53653" y="6868160"/>
            <a:ext cx="1755560" cy="193040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CC44A1D5-AF88-439B-8501-232F339CA1F9}"/>
              </a:ext>
            </a:extLst>
          </p:cNvPr>
          <p:cNvSpPr txBox="1"/>
          <p:nvPr userDrawn="1"/>
        </p:nvSpPr>
        <p:spPr>
          <a:xfrm>
            <a:off x="4382787" y="6797040"/>
            <a:ext cx="1909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76" r:id="rId17"/>
    <p:sldLayoutId id="2147483664" r:id="rId1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3976C5A-9BE5-4DC8-9E29-157004B2A43C}"/>
              </a:ext>
            </a:extLst>
          </p:cNvPr>
          <p:cNvSpPr txBox="1"/>
          <p:nvPr/>
        </p:nvSpPr>
        <p:spPr>
          <a:xfrm>
            <a:off x="5231290" y="2987660"/>
            <a:ext cx="30988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altLang="ko-KR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9</a:t>
            </a:r>
            <a:r>
              <a:rPr lang="en-US" altLang="ko-KR" sz="2000" baseline="30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</a:t>
            </a:r>
            <a:r>
              <a:rPr lang="en-US" altLang="ko-KR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January 2026</a:t>
            </a:r>
            <a:endParaRPr lang="ko-KR" altLang="en-US" sz="2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3C361-28CD-4A02-B18B-1926F8A032BC}"/>
              </a:ext>
            </a:extLst>
          </p:cNvPr>
          <p:cNvSpPr txBox="1"/>
          <p:nvPr/>
        </p:nvSpPr>
        <p:spPr>
          <a:xfrm>
            <a:off x="1444487" y="5268970"/>
            <a:ext cx="1994457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cs typeface="Arial" panose="020B0604020202020204" pitchFamily="34" charset="0"/>
              </a:rPr>
              <a:t>Kanak Gupta</a:t>
            </a:r>
            <a:endParaRPr lang="ko-KR" altLang="en-US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E1F3ED-69AB-45AA-9A01-7D94082A4D09}"/>
              </a:ext>
            </a:extLst>
          </p:cNvPr>
          <p:cNvSpPr txBox="1"/>
          <p:nvPr/>
        </p:nvSpPr>
        <p:spPr>
          <a:xfrm>
            <a:off x="1257300" y="1070388"/>
            <a:ext cx="7697858" cy="16312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Voting Patterns in TN:</a:t>
            </a:r>
          </a:p>
          <a:p>
            <a:r>
              <a:rPr lang="en-US" altLang="ko-KR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Before and After Redistricting</a:t>
            </a:r>
            <a:endParaRPr lang="ko-KR" altLang="en-US" sz="4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5532752-9EC9-4030-B592-60850C08E88C}"/>
              </a:ext>
            </a:extLst>
          </p:cNvPr>
          <p:cNvCxnSpPr>
            <a:cxnSpLocks/>
          </p:cNvCxnSpPr>
          <p:nvPr/>
        </p:nvCxnSpPr>
        <p:spPr>
          <a:xfrm>
            <a:off x="1444487" y="3187715"/>
            <a:ext cx="46515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10" descr="Tennessee Map PNG Images - CleanPNG">
            <a:extLst>
              <a:ext uri="{FF2B5EF4-FFF2-40B4-BE49-F238E27FC236}">
                <a16:creationId xmlns:a16="http://schemas.microsoft.com/office/drawing/2014/main" id="{378AF130-5FD7-9FC7-D5BA-2A8B3A6A0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82348" cy="28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Tennessee State Stroke Map PNG &amp; SVG Design For T-Shirts">
            <a:extLst>
              <a:ext uri="{FF2B5EF4-FFF2-40B4-BE49-F238E27FC236}">
                <a16:creationId xmlns:a16="http://schemas.microsoft.com/office/drawing/2014/main" id="{3357BD0B-2416-55DD-097B-BAB84B328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t="32656" r="-968" b="28581"/>
          <a:stretch>
            <a:fillRect/>
          </a:stretch>
        </p:blipFill>
        <p:spPr bwMode="auto">
          <a:xfrm>
            <a:off x="2279373" y="3565540"/>
            <a:ext cx="3935896" cy="152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1AE98-039B-0946-37BA-B801C79781FA}"/>
              </a:ext>
            </a:extLst>
          </p:cNvPr>
          <p:cNvSpPr txBox="1"/>
          <p:nvPr/>
        </p:nvSpPr>
        <p:spPr>
          <a:xfrm>
            <a:off x="1444488" y="5691831"/>
            <a:ext cx="7010402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anose="020B0604020202020204" pitchFamily="34" charset="0"/>
              </a:rPr>
              <a:t>Nashville Software School Data Analytics Bootcamp</a:t>
            </a:r>
            <a:endParaRPr lang="ko-KR" altLang="en-US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15E4791-9385-40FF-8314-4D43951200D1}"/>
              </a:ext>
            </a:extLst>
          </p:cNvPr>
          <p:cNvSpPr txBox="1"/>
          <p:nvPr/>
        </p:nvSpPr>
        <p:spPr>
          <a:xfrm>
            <a:off x="3306609" y="985285"/>
            <a:ext cx="5578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+mj-lt"/>
                <a:cs typeface="Arial" panose="020B0604020202020204" pitchFamily="34" charset="0"/>
              </a:rPr>
              <a:t>Introduction</a:t>
            </a:r>
            <a:endParaRPr lang="ko-KR" altLang="en-US" sz="28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5B959-6D55-4B31-A933-4BCB1FF2E71F}"/>
              </a:ext>
            </a:extLst>
          </p:cNvPr>
          <p:cNvSpPr txBox="1"/>
          <p:nvPr/>
        </p:nvSpPr>
        <p:spPr>
          <a:xfrm>
            <a:off x="1798984" y="1751826"/>
            <a:ext cx="9107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Examining the relationship between congressional redistricting and </a:t>
            </a:r>
          </a:p>
          <a:p>
            <a:pPr algn="ctr"/>
            <a:r>
              <a:rPr lang="en-US" dirty="0">
                <a:latin typeface="+mj-lt"/>
              </a:rPr>
              <a:t>county-level voting patterns in Tennessee.</a:t>
            </a:r>
            <a:endParaRPr lang="ko-KR" altLang="en-US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776B47-DAAA-4541-BAAF-E16089347662}"/>
              </a:ext>
            </a:extLst>
          </p:cNvPr>
          <p:cNvSpPr/>
          <p:nvPr/>
        </p:nvSpPr>
        <p:spPr>
          <a:xfrm>
            <a:off x="5539588" y="4298684"/>
            <a:ext cx="12985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02</a:t>
            </a:r>
            <a:endParaRPr lang="ko-KR" altLang="en-US" sz="28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3201E-08DE-450E-9430-74BDA36683FE}"/>
              </a:ext>
            </a:extLst>
          </p:cNvPr>
          <p:cNvSpPr txBox="1"/>
          <p:nvPr/>
        </p:nvSpPr>
        <p:spPr>
          <a:xfrm>
            <a:off x="1072126" y="4227818"/>
            <a:ext cx="3048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Changes in election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Changes in voter turnout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00F34C-1268-42F8-858D-E7537CD08FED}"/>
              </a:ext>
            </a:extLst>
          </p:cNvPr>
          <p:cNvSpPr/>
          <p:nvPr/>
        </p:nvSpPr>
        <p:spPr>
          <a:xfrm>
            <a:off x="973172" y="3826282"/>
            <a:ext cx="35549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Two Primary Electoral Outcomes</a:t>
            </a:r>
            <a:endParaRPr lang="ko-KR" altLang="en-US" sz="2000" dirty="0">
              <a:latin typeface="+mj-lt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43163C-327C-4E35-896C-AFD895E05DD6}"/>
              </a:ext>
            </a:extLst>
          </p:cNvPr>
          <p:cNvSpPr/>
          <p:nvPr/>
        </p:nvSpPr>
        <p:spPr>
          <a:xfrm>
            <a:off x="2171772" y="3324146"/>
            <a:ext cx="11577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01</a:t>
            </a:r>
            <a:endParaRPr lang="ko-KR" altLang="en-US" sz="2800" dirty="0">
              <a:latin typeface="+mj-lt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59EF380-04BD-43D9-BF20-42851B01EB0F}"/>
              </a:ext>
            </a:extLst>
          </p:cNvPr>
          <p:cNvSpPr/>
          <p:nvPr/>
        </p:nvSpPr>
        <p:spPr>
          <a:xfrm>
            <a:off x="8042567" y="3826282"/>
            <a:ext cx="28640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Comparing TN Counties</a:t>
            </a:r>
            <a:endParaRPr lang="ko-KR" altLang="en-US" sz="2000" dirty="0">
              <a:latin typeface="+mj-lt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6C05E8-2378-40B8-8E68-1C7A877BB7A7}"/>
              </a:ext>
            </a:extLst>
          </p:cNvPr>
          <p:cNvSpPr/>
          <p:nvPr/>
        </p:nvSpPr>
        <p:spPr>
          <a:xfrm>
            <a:off x="8885391" y="3367206"/>
            <a:ext cx="1288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03</a:t>
            </a:r>
            <a:endParaRPr lang="ko-KR" altLang="en-US" sz="2800" dirty="0">
              <a:latin typeface="+mj-lt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84A6456-3AA3-40C7-B119-CE8064ECABEC}"/>
              </a:ext>
            </a:extLst>
          </p:cNvPr>
          <p:cNvCxnSpPr>
            <a:cxnSpLocks/>
          </p:cNvCxnSpPr>
          <p:nvPr/>
        </p:nvCxnSpPr>
        <p:spPr>
          <a:xfrm>
            <a:off x="6188858" y="3524200"/>
            <a:ext cx="0" cy="64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B86A5A5-D5D0-4D05-BBA8-13AEDA7100C4}"/>
              </a:ext>
            </a:extLst>
          </p:cNvPr>
          <p:cNvCxnSpPr>
            <a:cxnSpLocks/>
          </p:cNvCxnSpPr>
          <p:nvPr/>
        </p:nvCxnSpPr>
        <p:spPr>
          <a:xfrm>
            <a:off x="2750651" y="2610091"/>
            <a:ext cx="0" cy="64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19D718E-AE2B-43CA-85BE-CEBC14B2E1AA}"/>
              </a:ext>
            </a:extLst>
          </p:cNvPr>
          <p:cNvCxnSpPr>
            <a:cxnSpLocks/>
          </p:cNvCxnSpPr>
          <p:nvPr/>
        </p:nvCxnSpPr>
        <p:spPr>
          <a:xfrm>
            <a:off x="9529889" y="2677815"/>
            <a:ext cx="0" cy="64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8">
            <a:extLst>
              <a:ext uri="{FF2B5EF4-FFF2-40B4-BE49-F238E27FC236}">
                <a16:creationId xmlns:a16="http://schemas.microsoft.com/office/drawing/2014/main" id="{30E982EB-68BE-113E-0A52-D860C0DA3127}"/>
              </a:ext>
            </a:extLst>
          </p:cNvPr>
          <p:cNvSpPr/>
          <p:nvPr/>
        </p:nvSpPr>
        <p:spPr>
          <a:xfrm>
            <a:off x="4411379" y="4793851"/>
            <a:ext cx="35549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Comparing the Elections</a:t>
            </a:r>
            <a:endParaRPr lang="ko-KR" altLang="en-US" sz="2000" dirty="0">
              <a:latin typeface="+mj-l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27ACB6-CC9F-FAFE-E449-E4451CD52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023" y="5145654"/>
            <a:ext cx="500374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2018 Tennessee Governor election (pre-redistricting)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latin typeface="+mj-lt"/>
              </a:rPr>
              <a:t>2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022 Tennessee Governor election (post-redistricting)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C9D8744-7662-82EA-5A13-186E1B1F3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9586" y="4163312"/>
            <a:ext cx="36706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Experienced changes in congressional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+mj-lt"/>
              </a:rPr>
              <a:t>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district boundaries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Did not experience boundary changes</a:t>
            </a:r>
          </a:p>
        </p:txBody>
      </p:sp>
    </p:spTree>
    <p:extLst>
      <p:ext uri="{BB962C8B-B14F-4D97-AF65-F5344CB8AC3E}">
        <p14:creationId xmlns:p14="http://schemas.microsoft.com/office/powerpoint/2010/main" val="367728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BAB00CFA-2F31-462E-8ED4-D40D9EBCCCC4}"/>
              </a:ext>
            </a:extLst>
          </p:cNvPr>
          <p:cNvSpPr txBox="1"/>
          <p:nvPr/>
        </p:nvSpPr>
        <p:spPr>
          <a:xfrm>
            <a:off x="559477" y="682175"/>
            <a:ext cx="31762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4400" dirty="0">
                <a:solidFill>
                  <a:schemeClr val="tx1"/>
                </a:solidFill>
              </a:rPr>
              <a:t>Data Acquisition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9C66C60-C473-4A5D-823C-370C537471D6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BDDFA24-A8E7-4330-852E-1DE4A5067ADF}"/>
              </a:ext>
            </a:extLst>
          </p:cNvPr>
          <p:cNvSpPr txBox="1"/>
          <p:nvPr/>
        </p:nvSpPr>
        <p:spPr>
          <a:xfrm>
            <a:off x="580724" y="3912396"/>
            <a:ext cx="31762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4400" dirty="0">
                <a:solidFill>
                  <a:schemeClr val="tx1"/>
                </a:solidFill>
              </a:rPr>
              <a:t>Data Cleaning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0070-F3F5-F222-1C98-921F2515A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361" y="682175"/>
            <a:ext cx="77561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Official election results from the Tennessee Secretary of State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County-level results for: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2018 Tennessee Governor election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2022 Tennessee Governor election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Congressional boundary data from U.S. Census Bureau TIGER/Line files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County-to-congressional-district crosswalks used to identify boundary overlap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D3F6E2-ED53-5028-DD8A-B94D710EE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361" y="3912396"/>
            <a:ext cx="91786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Standardized county identifiers across datasets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Filtered results to include only relevant statewide elections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Aggregated vote totals and calculated: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Election margins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Total turnout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Percent change in turnout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Derived a county-level measure of redistricting exposure based on changes in district overlap</a:t>
            </a:r>
          </a:p>
        </p:txBody>
      </p:sp>
    </p:spTree>
    <p:extLst>
      <p:ext uri="{BB962C8B-B14F-4D97-AF65-F5344CB8AC3E}">
        <p14:creationId xmlns:p14="http://schemas.microsoft.com/office/powerpoint/2010/main" val="368976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BC8E9F7-907E-4D93-AE72-7648ECB3358F}"/>
              </a:ext>
            </a:extLst>
          </p:cNvPr>
          <p:cNvSpPr txBox="1"/>
          <p:nvPr/>
        </p:nvSpPr>
        <p:spPr>
          <a:xfrm>
            <a:off x="2006600" y="1026295"/>
            <a:ext cx="81788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b="0" dirty="0">
                <a:latin typeface="+mj-lt"/>
              </a:rPr>
              <a:t>Definitions and Key Measures</a:t>
            </a:r>
            <a:endParaRPr lang="ko-KR" altLang="en-US" b="0" dirty="0">
              <a:latin typeface="+mj-lt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84A6456-3AA3-40C7-B119-CE8064ECABEC}"/>
              </a:ext>
            </a:extLst>
          </p:cNvPr>
          <p:cNvCxnSpPr>
            <a:cxnSpLocks/>
          </p:cNvCxnSpPr>
          <p:nvPr/>
        </p:nvCxnSpPr>
        <p:spPr>
          <a:xfrm>
            <a:off x="5592234" y="2058089"/>
            <a:ext cx="1007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7751C1-F709-4CC5-A393-0FD55F20A8D9}"/>
              </a:ext>
            </a:extLst>
          </p:cNvPr>
          <p:cNvSpPr/>
          <p:nvPr/>
        </p:nvSpPr>
        <p:spPr>
          <a:xfrm>
            <a:off x="1434846" y="2323052"/>
            <a:ext cx="1010448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County-Level Unit of Analysis</a:t>
            </a:r>
            <a:endParaRPr lang="en-US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All electoral outcomes are measured at the </a:t>
            </a:r>
            <a:r>
              <a:rPr lang="en-US" b="1" dirty="0">
                <a:latin typeface="+mj-lt"/>
              </a:rPr>
              <a:t>county level</a:t>
            </a:r>
            <a:endParaRPr lang="en-US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Counties serve as the consistent reporting unit across elections and datasets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Redistricting Exposure (County Fragmentation)</a:t>
            </a:r>
            <a:endParaRPr lang="en-US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county is considered </a:t>
            </a:r>
            <a:r>
              <a:rPr lang="en-US" b="1" dirty="0">
                <a:latin typeface="+mj-lt"/>
              </a:rPr>
              <a:t>fragmented</a:t>
            </a:r>
            <a:r>
              <a:rPr lang="en-US" dirty="0">
                <a:latin typeface="+mj-lt"/>
              </a:rPr>
              <a:t> if it intersects with </a:t>
            </a:r>
            <a:r>
              <a:rPr lang="en-US" b="1" dirty="0">
                <a:latin typeface="+mj-lt"/>
              </a:rPr>
              <a:t>more than one congressional district</a:t>
            </a:r>
            <a:endParaRPr lang="en-US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Redistricting exposure is measured as the </a:t>
            </a:r>
            <a:r>
              <a:rPr lang="en-US" b="1" dirty="0">
                <a:latin typeface="+mj-lt"/>
              </a:rPr>
              <a:t>change in the number of districts intersecting a county</a:t>
            </a:r>
            <a:r>
              <a:rPr lang="en-US" dirty="0">
                <a:latin typeface="+mj-lt"/>
              </a:rPr>
              <a:t> between elections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Electoral Outcomes</a:t>
            </a:r>
            <a:endParaRPr lang="en-US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Election Margin</a:t>
            </a:r>
            <a:r>
              <a:rPr lang="en-US" dirty="0">
                <a:latin typeface="+mj-lt"/>
              </a:rPr>
              <a:t>: Difference in votes between the top two candidates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Voter Turnout</a:t>
            </a:r>
            <a:r>
              <a:rPr lang="en-US" dirty="0">
                <a:latin typeface="+mj-lt"/>
              </a:rPr>
              <a:t>: Total votes cast within a county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Turnout Change</a:t>
            </a:r>
            <a:r>
              <a:rPr lang="en-US" dirty="0">
                <a:latin typeface="+mj-lt"/>
              </a:rPr>
              <a:t>: Percent change in turnout between 2018 and 2022</a:t>
            </a:r>
          </a:p>
          <a:p>
            <a:pPr algn="ctr"/>
            <a:endParaRPr lang="en-US" altLang="ko-K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215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5A6D2-289F-4DCB-A599-F5C59D614380}"/>
              </a:ext>
            </a:extLst>
          </p:cNvPr>
          <p:cNvSpPr/>
          <p:nvPr/>
        </p:nvSpPr>
        <p:spPr>
          <a:xfrm>
            <a:off x="6348511" y="4023201"/>
            <a:ext cx="5382976" cy="70788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sz="2000" b="1" dirty="0">
                <a:latin typeface="+mj-lt"/>
              </a:rPr>
              <a:t>After Redistricting (2022–Present)</a:t>
            </a:r>
            <a:br>
              <a:rPr lang="en-US" sz="2000" dirty="0">
                <a:latin typeface="+mj-lt"/>
              </a:rPr>
            </a:br>
            <a:r>
              <a:rPr lang="en-US" sz="2000" i="1" dirty="0">
                <a:latin typeface="+mj-lt"/>
              </a:rPr>
              <a:t>District boundaries used for the 2022 election</a:t>
            </a:r>
            <a:endParaRPr lang="en-US" altLang="ko-KR" sz="2000" dirty="0"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CB4E72-6428-4ECF-89D1-1C4983504DD7}"/>
              </a:ext>
            </a:extLst>
          </p:cNvPr>
          <p:cNvSpPr/>
          <p:nvPr/>
        </p:nvSpPr>
        <p:spPr>
          <a:xfrm>
            <a:off x="2100470" y="5264232"/>
            <a:ext cx="7991060" cy="64633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dirty="0">
                <a:latin typeface="+mj-lt"/>
              </a:rPr>
              <a:t>Redistricting changed how congressional districts intersect with county boundaries, altering which voters are grouped together across elections.</a:t>
            </a:r>
            <a:endParaRPr lang="en-US" altLang="ko-KR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D5B2A-8A98-45B3-B564-A2D106F0C7BE}"/>
              </a:ext>
            </a:extLst>
          </p:cNvPr>
          <p:cNvSpPr txBox="1"/>
          <p:nvPr/>
        </p:nvSpPr>
        <p:spPr>
          <a:xfrm>
            <a:off x="1053463" y="348876"/>
            <a:ext cx="995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Tennessee Congressional Districts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Before and After Redistricting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91C999-4E1F-443B-B0BA-6AB4C58AB4C5}"/>
              </a:ext>
            </a:extLst>
          </p:cNvPr>
          <p:cNvCxnSpPr/>
          <p:nvPr/>
        </p:nvCxnSpPr>
        <p:spPr>
          <a:xfrm>
            <a:off x="0" y="167369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>
            <a:extLst>
              <a:ext uri="{FF2B5EF4-FFF2-40B4-BE49-F238E27FC236}">
                <a16:creationId xmlns:a16="http://schemas.microsoft.com/office/drawing/2014/main" id="{CE1111F2-B7FD-C55F-9D50-3262817FC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" r="51875"/>
          <a:stretch>
            <a:fillRect/>
          </a:stretch>
        </p:blipFill>
        <p:spPr bwMode="auto">
          <a:xfrm>
            <a:off x="0" y="1772063"/>
            <a:ext cx="5999185" cy="191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DC77A3E-5FC7-E2C8-4D7E-7293C9858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32" r="2500" b="1072"/>
          <a:stretch>
            <a:fillRect/>
          </a:stretch>
        </p:blipFill>
        <p:spPr bwMode="auto">
          <a:xfrm>
            <a:off x="6192817" y="1761678"/>
            <a:ext cx="6004954" cy="19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9">
            <a:extLst>
              <a:ext uri="{FF2B5EF4-FFF2-40B4-BE49-F238E27FC236}">
                <a16:creationId xmlns:a16="http://schemas.microsoft.com/office/drawing/2014/main" id="{A1F19548-3760-4694-1DAF-336FE36FC7ED}"/>
              </a:ext>
            </a:extLst>
          </p:cNvPr>
          <p:cNvSpPr/>
          <p:nvPr/>
        </p:nvSpPr>
        <p:spPr>
          <a:xfrm>
            <a:off x="460513" y="4023201"/>
            <a:ext cx="5382976" cy="70788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sz="2000" b="1" dirty="0">
                <a:latin typeface="+mj-lt"/>
              </a:rPr>
              <a:t>Before Redistricting (2012–2021)</a:t>
            </a:r>
            <a:br>
              <a:rPr lang="en-US" sz="2000" dirty="0">
                <a:latin typeface="+mj-lt"/>
              </a:rPr>
            </a:br>
            <a:r>
              <a:rPr lang="en-US" sz="2000" i="1" dirty="0">
                <a:latin typeface="+mj-lt"/>
              </a:rPr>
              <a:t>District boundaries used for the 2018 election</a:t>
            </a:r>
            <a:endParaRPr lang="en-US" altLang="ko-K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984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7A59-8C42-359F-C332-43567927A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F39095-120D-A6FB-E0FE-612BEDC9F879}"/>
              </a:ext>
            </a:extLst>
          </p:cNvPr>
          <p:cNvSpPr txBox="1"/>
          <p:nvPr/>
        </p:nvSpPr>
        <p:spPr>
          <a:xfrm>
            <a:off x="7063740" y="1308724"/>
            <a:ext cx="440055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Distribution of County-Level Boundary Changes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7D59F29-AD93-00BE-A2D8-C4317CD749B1}"/>
              </a:ext>
            </a:extLst>
          </p:cNvPr>
          <p:cNvCxnSpPr>
            <a:cxnSpLocks/>
          </p:cNvCxnSpPr>
          <p:nvPr/>
        </p:nvCxnSpPr>
        <p:spPr>
          <a:xfrm>
            <a:off x="7134221" y="2263546"/>
            <a:ext cx="4156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E1679C-B1D3-5911-695F-2A5700100D10}"/>
              </a:ext>
            </a:extLst>
          </p:cNvPr>
          <p:cNvSpPr/>
          <p:nvPr/>
        </p:nvSpPr>
        <p:spPr>
          <a:xfrm>
            <a:off x="7063739" y="2963666"/>
            <a:ext cx="4293869" cy="147732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lt"/>
              </a:rPr>
              <a:t>Most counties experienced no change in the number of congressional districts touching them, while a smaller subset saw either increased or decreased district overlap after redistricting.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EFEA03E7-9111-DE2E-8E8A-AACE5A2CE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1" y="1320840"/>
            <a:ext cx="5897880" cy="42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320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D52DE26-28B3-4FCF-B495-D2C34D7CAE1A}"/>
              </a:ext>
            </a:extLst>
          </p:cNvPr>
          <p:cNvSpPr txBox="1"/>
          <p:nvPr/>
        </p:nvSpPr>
        <p:spPr>
          <a:xfrm>
            <a:off x="819150" y="3377960"/>
            <a:ext cx="4034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Congressional boundary changes were </a:t>
            </a:r>
          </a:p>
          <a:p>
            <a:r>
              <a:rPr lang="en-US" dirty="0">
                <a:latin typeface="+mj-lt"/>
              </a:rPr>
              <a:t>geographically concentrated, affecting </a:t>
            </a:r>
          </a:p>
          <a:p>
            <a:r>
              <a:rPr lang="en-US" dirty="0">
                <a:latin typeface="+mj-lt"/>
              </a:rPr>
              <a:t>specific clusters of counties rather than </a:t>
            </a:r>
          </a:p>
          <a:p>
            <a:r>
              <a:rPr lang="en-US" dirty="0">
                <a:latin typeface="+mj-lt"/>
              </a:rPr>
              <a:t>occurring uniformly across the state.</a:t>
            </a:r>
            <a:endParaRPr lang="en-US" altLang="ko-KR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731EF0-8963-48BE-A9B6-B60C5B4B9252}"/>
              </a:ext>
            </a:extLst>
          </p:cNvPr>
          <p:cNvSpPr txBox="1"/>
          <p:nvPr/>
        </p:nvSpPr>
        <p:spPr>
          <a:xfrm>
            <a:off x="822978" y="1189821"/>
            <a:ext cx="7927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+mj-lt"/>
                <a:cs typeface="Arial" panose="020B0604020202020204" pitchFamily="34" charset="0"/>
              </a:rPr>
              <a:t>Geographic Distribution of Boundary Changes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CE92F27-BD11-4AFE-BD74-D50AE9B5CED4}"/>
              </a:ext>
            </a:extLst>
          </p:cNvPr>
          <p:cNvCxnSpPr>
            <a:cxnSpLocks/>
          </p:cNvCxnSpPr>
          <p:nvPr/>
        </p:nvCxnSpPr>
        <p:spPr>
          <a:xfrm>
            <a:off x="902078" y="2279711"/>
            <a:ext cx="112899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00F0788-D2CC-4E8B-A221-20FEE4A7F640}"/>
              </a:ext>
            </a:extLst>
          </p:cNvPr>
          <p:cNvCxnSpPr>
            <a:cxnSpLocks/>
          </p:cNvCxnSpPr>
          <p:nvPr/>
        </p:nvCxnSpPr>
        <p:spPr>
          <a:xfrm>
            <a:off x="902078" y="5879711"/>
            <a:ext cx="112899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92" name="Picture 20">
            <a:extLst>
              <a:ext uri="{FF2B5EF4-FFF2-40B4-BE49-F238E27FC236}">
                <a16:creationId xmlns:a16="http://schemas.microsoft.com/office/drawing/2014/main" id="{879C8293-7F16-D663-590D-B9B7698DD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777" y="2315401"/>
            <a:ext cx="7405223" cy="3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55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F3FB1C-2624-4A97-9C82-736E3B1B0BA2}"/>
              </a:ext>
            </a:extLst>
          </p:cNvPr>
          <p:cNvSpPr/>
          <p:nvPr/>
        </p:nvSpPr>
        <p:spPr>
          <a:xfrm>
            <a:off x="1047751" y="242491"/>
            <a:ext cx="10096495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County-Level Governor Results Before and After Redistricting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BE6337-F58F-4231-8D03-2E6649FA1366}"/>
              </a:ext>
            </a:extLst>
          </p:cNvPr>
          <p:cNvSpPr txBox="1"/>
          <p:nvPr/>
        </p:nvSpPr>
        <p:spPr>
          <a:xfrm>
            <a:off x="938126" y="1714105"/>
            <a:ext cx="28432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Across both elections, statewide outcomes remain </a:t>
            </a:r>
          </a:p>
          <a:p>
            <a:r>
              <a:rPr lang="en-US" dirty="0">
                <a:latin typeface="+mj-lt"/>
              </a:rPr>
              <a:t>stable, while localized </a:t>
            </a:r>
          </a:p>
          <a:p>
            <a:r>
              <a:rPr lang="en-US" dirty="0">
                <a:latin typeface="+mj-lt"/>
              </a:rPr>
              <a:t>county-level patterns persist over time.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Haywood County’s election outcome changes party during the 2022 Governor election.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DD6612-E67C-40B8-A4DF-46AED7B36E5E}"/>
              </a:ext>
            </a:extLst>
          </p:cNvPr>
          <p:cNvCxnSpPr>
            <a:cxnSpLocks/>
          </p:cNvCxnSpPr>
          <p:nvPr/>
        </p:nvCxnSpPr>
        <p:spPr>
          <a:xfrm>
            <a:off x="873578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84FACEA-6215-4084-BEAA-A5FDD5F1F2F4}"/>
              </a:ext>
            </a:extLst>
          </p:cNvPr>
          <p:cNvCxnSpPr>
            <a:cxnSpLocks/>
          </p:cNvCxnSpPr>
          <p:nvPr/>
        </p:nvCxnSpPr>
        <p:spPr>
          <a:xfrm>
            <a:off x="11318423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6" name="Picture 8">
            <a:extLst>
              <a:ext uri="{FF2B5EF4-FFF2-40B4-BE49-F238E27FC236}">
                <a16:creationId xmlns:a16="http://schemas.microsoft.com/office/drawing/2014/main" id="{3FE09459-8B03-F171-66D7-139EF4185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0" r="1598" b="7291"/>
          <a:stretch>
            <a:fillRect/>
          </a:stretch>
        </p:blipFill>
        <p:spPr bwMode="auto">
          <a:xfrm>
            <a:off x="3781423" y="3613197"/>
            <a:ext cx="7472451" cy="211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013A67FE-9262-FE3A-9392-35E2CF400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9" r="1457" b="7892"/>
          <a:stretch>
            <a:fillRect/>
          </a:stretch>
        </p:blipFill>
        <p:spPr bwMode="auto">
          <a:xfrm>
            <a:off x="3781423" y="1345429"/>
            <a:ext cx="7362825" cy="208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34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DE9DF4-DCC3-4BBA-939A-C7D2117D1234}"/>
              </a:ext>
            </a:extLst>
          </p:cNvPr>
          <p:cNvSpPr/>
          <p:nvPr/>
        </p:nvSpPr>
        <p:spPr>
          <a:xfrm>
            <a:off x="7004723" y="1034149"/>
            <a:ext cx="4466811" cy="52322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Voter Scale by County Type</a:t>
            </a:r>
            <a:endParaRPr lang="ko-KR" altLang="en-US" sz="28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1C421-ECD8-4489-95FE-5D6E79EB64F3}"/>
              </a:ext>
            </a:extLst>
          </p:cNvPr>
          <p:cNvSpPr txBox="1"/>
          <p:nvPr/>
        </p:nvSpPr>
        <p:spPr>
          <a:xfrm>
            <a:off x="7091372" y="2400393"/>
            <a:ext cx="4380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Counties affected by congressional </a:t>
            </a:r>
          </a:p>
          <a:p>
            <a:r>
              <a:rPr lang="en-US" dirty="0">
                <a:latin typeface="+mj-lt"/>
              </a:rPr>
              <a:t>boundary changes tend to have </a:t>
            </a:r>
          </a:p>
          <a:p>
            <a:r>
              <a:rPr lang="en-US" dirty="0">
                <a:latin typeface="+mj-lt"/>
              </a:rPr>
              <a:t>substantially higher average vote totals </a:t>
            </a:r>
          </a:p>
          <a:p>
            <a:r>
              <a:rPr lang="en-US" dirty="0">
                <a:latin typeface="+mj-lt"/>
              </a:rPr>
              <a:t>than counties without boundary changes.</a:t>
            </a:r>
            <a:endParaRPr lang="en-US" altLang="ko-KR" dirty="0">
              <a:latin typeface="+mj-lt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186071-6F7C-44C0-B665-96873F1C002B}"/>
              </a:ext>
            </a:extLst>
          </p:cNvPr>
          <p:cNvCxnSpPr>
            <a:cxnSpLocks/>
          </p:cNvCxnSpPr>
          <p:nvPr/>
        </p:nvCxnSpPr>
        <p:spPr>
          <a:xfrm>
            <a:off x="0" y="95688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2F53FDE-E87E-475E-9A62-98E2AB7BA18F}"/>
              </a:ext>
            </a:extLst>
          </p:cNvPr>
          <p:cNvCxnSpPr>
            <a:cxnSpLocks/>
          </p:cNvCxnSpPr>
          <p:nvPr/>
        </p:nvCxnSpPr>
        <p:spPr>
          <a:xfrm>
            <a:off x="0" y="6059896"/>
            <a:ext cx="12453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AA3518-8DB1-4EDD-A5F1-442C1396F894}"/>
              </a:ext>
            </a:extLst>
          </p:cNvPr>
          <p:cNvCxnSpPr>
            <a:cxnSpLocks/>
          </p:cNvCxnSpPr>
          <p:nvPr/>
        </p:nvCxnSpPr>
        <p:spPr>
          <a:xfrm flipV="1">
            <a:off x="11471537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47C0A5-5C7C-48AE-99A0-047D943BCB99}"/>
              </a:ext>
            </a:extLst>
          </p:cNvPr>
          <p:cNvCxnSpPr>
            <a:cxnSpLocks/>
          </p:cNvCxnSpPr>
          <p:nvPr/>
        </p:nvCxnSpPr>
        <p:spPr>
          <a:xfrm flipV="1">
            <a:off x="720462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5ABF77F-ED28-4F8D-8DC8-7B2EF554EF57}"/>
              </a:ext>
            </a:extLst>
          </p:cNvPr>
          <p:cNvCxnSpPr>
            <a:cxnSpLocks/>
          </p:cNvCxnSpPr>
          <p:nvPr/>
        </p:nvCxnSpPr>
        <p:spPr>
          <a:xfrm>
            <a:off x="11471537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2183958-750B-4E4C-8035-A2756B663CA4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0B04074-61F8-4DD4-8484-AF08A733539D}"/>
              </a:ext>
            </a:extLst>
          </p:cNvPr>
          <p:cNvCxnSpPr>
            <a:cxnSpLocks/>
          </p:cNvCxnSpPr>
          <p:nvPr/>
        </p:nvCxnSpPr>
        <p:spPr>
          <a:xfrm flipV="1">
            <a:off x="5819150" y="1638299"/>
            <a:ext cx="0" cy="3581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>
            <a:extLst>
              <a:ext uri="{FF2B5EF4-FFF2-40B4-BE49-F238E27FC236}">
                <a16:creationId xmlns:a16="http://schemas.microsoft.com/office/drawing/2014/main" id="{D09C276C-E20E-6E4D-E8B5-E4AE66EFD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12" y="996046"/>
            <a:ext cx="6197611" cy="49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89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8B4F912-9FB9-42F6-8721-FADD770FAF2C}"/>
              </a:ext>
            </a:extLst>
          </p:cNvPr>
          <p:cNvSpPr txBox="1"/>
          <p:nvPr/>
        </p:nvSpPr>
        <p:spPr>
          <a:xfrm>
            <a:off x="7914640" y="2367170"/>
            <a:ext cx="4227830" cy="147732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800" dirty="0">
                <a:solidFill>
                  <a:schemeClr val="bg1"/>
                </a:solidFill>
                <a:latin typeface="+mj-lt"/>
              </a:rPr>
              <a:t>Counties that experienced changes in congressional district exposure show greater variability and more extreme shifts in election margins than counties with unchanged boundaries.</a:t>
            </a:r>
            <a:endParaRPr lang="ko-KR" altLang="en-US" sz="1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7741C-8EE6-41B0-B0A5-AB106C3978E1}"/>
              </a:ext>
            </a:extLst>
          </p:cNvPr>
          <p:cNvSpPr txBox="1"/>
          <p:nvPr/>
        </p:nvSpPr>
        <p:spPr>
          <a:xfrm>
            <a:off x="7532642" y="696707"/>
            <a:ext cx="465935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Boundary Exposure </a:t>
            </a:r>
          </a:p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and Election Margin Shifts</a:t>
            </a:r>
            <a:endParaRPr lang="ko-KR" altLang="en-US" sz="2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68F1388-5296-4EFE-81F9-95FA93A75258}"/>
              </a:ext>
            </a:extLst>
          </p:cNvPr>
          <p:cNvCxnSpPr>
            <a:cxnSpLocks/>
          </p:cNvCxnSpPr>
          <p:nvPr/>
        </p:nvCxnSpPr>
        <p:spPr>
          <a:xfrm flipH="1">
            <a:off x="7914640" y="1635626"/>
            <a:ext cx="40201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8" name="Picture 16">
            <a:extLst>
              <a:ext uri="{FF2B5EF4-FFF2-40B4-BE49-F238E27FC236}">
                <a16:creationId xmlns:a16="http://schemas.microsoft.com/office/drawing/2014/main" id="{5B7949D7-591A-A566-DECC-660ADA259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73" y="696707"/>
            <a:ext cx="6960869" cy="546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25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3C9D-3E6A-8F39-76A8-3BD63E6B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4A9520-FDD1-CF62-060D-D74166F8C5F1}"/>
              </a:ext>
            </a:extLst>
          </p:cNvPr>
          <p:cNvSpPr/>
          <p:nvPr/>
        </p:nvSpPr>
        <p:spPr>
          <a:xfrm>
            <a:off x="720462" y="1057706"/>
            <a:ext cx="4095709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altLang="ko-KR" sz="2400" dirty="0">
                <a:latin typeface="+mj-lt"/>
              </a:rPr>
              <a:t>Extent of Boundary Change</a:t>
            </a:r>
          </a:p>
          <a:p>
            <a:r>
              <a:rPr lang="en-US" altLang="ko-KR" sz="2400" dirty="0">
                <a:latin typeface="+mj-lt"/>
              </a:rPr>
              <a:t>and Margin Movement</a:t>
            </a:r>
            <a:endParaRPr lang="ko-KR" altLang="en-US" sz="24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5FF88-7619-48A9-AD31-5E68449E7901}"/>
              </a:ext>
            </a:extLst>
          </p:cNvPr>
          <p:cNvSpPr txBox="1"/>
          <p:nvPr/>
        </p:nvSpPr>
        <p:spPr>
          <a:xfrm>
            <a:off x="720463" y="2299633"/>
            <a:ext cx="40957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Counties with either increased or reduced district exposure tend to experience </a:t>
            </a:r>
          </a:p>
          <a:p>
            <a:r>
              <a:rPr lang="en-US" dirty="0">
                <a:latin typeface="+mj-lt"/>
              </a:rPr>
              <a:t>wider swings in election margins, while</a:t>
            </a:r>
          </a:p>
          <a:p>
            <a:r>
              <a:rPr lang="en-US" dirty="0">
                <a:latin typeface="+mj-lt"/>
              </a:rPr>
              <a:t> counties with no boundary change </a:t>
            </a:r>
          </a:p>
          <a:p>
            <a:r>
              <a:rPr lang="en-US" dirty="0">
                <a:latin typeface="+mj-lt"/>
              </a:rPr>
              <a:t>cluster more tightly around smaller shifts.</a:t>
            </a:r>
            <a:endParaRPr lang="en-US" altLang="ko-KR" dirty="0">
              <a:latin typeface="+mj-lt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2441EBC-D486-07C1-622C-CB5C68617CA7}"/>
              </a:ext>
            </a:extLst>
          </p:cNvPr>
          <p:cNvCxnSpPr>
            <a:cxnSpLocks/>
          </p:cNvCxnSpPr>
          <p:nvPr/>
        </p:nvCxnSpPr>
        <p:spPr>
          <a:xfrm>
            <a:off x="0" y="956882"/>
            <a:ext cx="12311743" cy="40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DAEF7DD-59E7-1FE0-535B-B51175CFA1BC}"/>
              </a:ext>
            </a:extLst>
          </p:cNvPr>
          <p:cNvCxnSpPr>
            <a:cxnSpLocks/>
          </p:cNvCxnSpPr>
          <p:nvPr/>
        </p:nvCxnSpPr>
        <p:spPr>
          <a:xfrm>
            <a:off x="-76200" y="5791721"/>
            <a:ext cx="12387943" cy="68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AABF06D-2540-666D-8118-9ADCBD968ED6}"/>
              </a:ext>
            </a:extLst>
          </p:cNvPr>
          <p:cNvCxnSpPr>
            <a:cxnSpLocks/>
          </p:cNvCxnSpPr>
          <p:nvPr/>
        </p:nvCxnSpPr>
        <p:spPr>
          <a:xfrm flipV="1">
            <a:off x="11471537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9C53E9-B038-F596-4EBB-F057FBD69558}"/>
              </a:ext>
            </a:extLst>
          </p:cNvPr>
          <p:cNvCxnSpPr>
            <a:cxnSpLocks/>
          </p:cNvCxnSpPr>
          <p:nvPr/>
        </p:nvCxnSpPr>
        <p:spPr>
          <a:xfrm flipV="1">
            <a:off x="720462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2393BA1-5134-790D-C18F-3D028608D429}"/>
              </a:ext>
            </a:extLst>
          </p:cNvPr>
          <p:cNvCxnSpPr>
            <a:cxnSpLocks/>
          </p:cNvCxnSpPr>
          <p:nvPr/>
        </p:nvCxnSpPr>
        <p:spPr>
          <a:xfrm>
            <a:off x="11471537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E74BF5D-7333-D61D-770C-0147E9F7D6F8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75A263C-EBF6-E04C-D217-47C8040A8F73}"/>
              </a:ext>
            </a:extLst>
          </p:cNvPr>
          <p:cNvCxnSpPr>
            <a:cxnSpLocks/>
          </p:cNvCxnSpPr>
          <p:nvPr/>
        </p:nvCxnSpPr>
        <p:spPr>
          <a:xfrm flipV="1">
            <a:off x="5819150" y="1638299"/>
            <a:ext cx="0" cy="3581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6" name="Picture 10">
            <a:extLst>
              <a:ext uri="{FF2B5EF4-FFF2-40B4-BE49-F238E27FC236}">
                <a16:creationId xmlns:a16="http://schemas.microsoft.com/office/drawing/2014/main" id="{563F1A94-A89E-01AF-3208-256BD4D40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171" y="1073230"/>
            <a:ext cx="6537629" cy="464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07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1CDB-C263-5970-5365-4DDB8721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573A9E2-B8D9-38D0-3017-9E97D6B10E00}"/>
              </a:ext>
            </a:extLst>
          </p:cNvPr>
          <p:cNvSpPr txBox="1"/>
          <p:nvPr/>
        </p:nvSpPr>
        <p:spPr>
          <a:xfrm>
            <a:off x="888137" y="1502278"/>
            <a:ext cx="4427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2800" dirty="0">
                <a:solidFill>
                  <a:schemeClr val="bg1"/>
                </a:solidFill>
              </a:rPr>
              <a:t>Distribution of Margin Shifts by Redistricting Status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BEC0C8-559E-A50D-A1E6-5F14AB25B8E0}"/>
              </a:ext>
            </a:extLst>
          </p:cNvPr>
          <p:cNvSpPr/>
          <p:nvPr/>
        </p:nvSpPr>
        <p:spPr>
          <a:xfrm>
            <a:off x="924535" y="3083537"/>
            <a:ext cx="4398856" cy="147732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lt"/>
              </a:rPr>
              <a:t>Counties affected by congressional boundary changes show a wider and more asymmetric range of election margin shifts, while counties without boundary changes exhibit more centered and consistent outcomes.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B0C3814-E4D0-28D6-4255-FF115B446C1F}"/>
              </a:ext>
            </a:extLst>
          </p:cNvPr>
          <p:cNvCxnSpPr>
            <a:cxnSpLocks/>
          </p:cNvCxnSpPr>
          <p:nvPr/>
        </p:nvCxnSpPr>
        <p:spPr>
          <a:xfrm>
            <a:off x="5330670" y="1502278"/>
            <a:ext cx="14559" cy="36857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5671C47-2790-5554-A96D-679073ED2F8D}"/>
              </a:ext>
            </a:extLst>
          </p:cNvPr>
          <p:cNvCxnSpPr>
            <a:cxnSpLocks/>
          </p:cNvCxnSpPr>
          <p:nvPr/>
        </p:nvCxnSpPr>
        <p:spPr>
          <a:xfrm>
            <a:off x="873578" y="1502278"/>
            <a:ext cx="14559" cy="36857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6" name="Picture 6">
            <a:extLst>
              <a:ext uri="{FF2B5EF4-FFF2-40B4-BE49-F238E27FC236}">
                <a16:creationId xmlns:a16="http://schemas.microsoft.com/office/drawing/2014/main" id="{918859BE-DFB6-10D6-3B8E-7EEC7C86B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082" y="731520"/>
            <a:ext cx="6516348" cy="486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97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4FA9-396A-E4BF-591B-41920763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84A845-1D41-4244-A7B5-C04C6DF757EC}"/>
              </a:ext>
            </a:extLst>
          </p:cNvPr>
          <p:cNvSpPr/>
          <p:nvPr/>
        </p:nvSpPr>
        <p:spPr>
          <a:xfrm>
            <a:off x="7610474" y="1041321"/>
            <a:ext cx="3707947" cy="95410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2800" dirty="0">
                <a:latin typeface="+mj-lt"/>
              </a:rPr>
              <a:t>Turnout Changes </a:t>
            </a:r>
          </a:p>
          <a:p>
            <a:r>
              <a:rPr lang="en-US" altLang="ko-KR" sz="2800" dirty="0">
                <a:latin typeface="+mj-lt"/>
              </a:rPr>
              <a:t>by Redistricting Status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C467B2-9309-4056-B317-5DC8132DA502}"/>
              </a:ext>
            </a:extLst>
          </p:cNvPr>
          <p:cNvSpPr txBox="1"/>
          <p:nvPr/>
        </p:nvSpPr>
        <p:spPr>
          <a:xfrm>
            <a:off x="7381875" y="2551835"/>
            <a:ext cx="39365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Counties affected by congressional </a:t>
            </a:r>
          </a:p>
          <a:p>
            <a:r>
              <a:rPr lang="en-US" dirty="0">
                <a:latin typeface="+mj-lt"/>
              </a:rPr>
              <a:t>boundary changes exhibit a broader and slightly lower distribution of turnout </a:t>
            </a:r>
          </a:p>
          <a:p>
            <a:r>
              <a:rPr lang="en-US" dirty="0">
                <a:latin typeface="+mj-lt"/>
              </a:rPr>
              <a:t>change, suggesting greater variability in voter participation following </a:t>
            </a:r>
          </a:p>
          <a:p>
            <a:r>
              <a:rPr lang="en-US" dirty="0">
                <a:latin typeface="+mj-lt"/>
              </a:rPr>
              <a:t>redistricting.</a:t>
            </a:r>
            <a:endParaRPr lang="en-US" altLang="ko-KR" dirty="0">
              <a:latin typeface="+mj-lt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197C66-70CD-B0B7-6B02-D04EB8E3C2FB}"/>
              </a:ext>
            </a:extLst>
          </p:cNvPr>
          <p:cNvCxnSpPr>
            <a:cxnSpLocks/>
          </p:cNvCxnSpPr>
          <p:nvPr/>
        </p:nvCxnSpPr>
        <p:spPr>
          <a:xfrm>
            <a:off x="873578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E06FFB8-0A01-E1F2-9D75-B7E88063DAC3}"/>
              </a:ext>
            </a:extLst>
          </p:cNvPr>
          <p:cNvCxnSpPr>
            <a:cxnSpLocks/>
          </p:cNvCxnSpPr>
          <p:nvPr/>
        </p:nvCxnSpPr>
        <p:spPr>
          <a:xfrm>
            <a:off x="11318423" y="-2"/>
            <a:ext cx="1" cy="6858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70" name="Picture 6">
            <a:extLst>
              <a:ext uri="{FF2B5EF4-FFF2-40B4-BE49-F238E27FC236}">
                <a16:creationId xmlns:a16="http://schemas.microsoft.com/office/drawing/2014/main" id="{0CD3CEC8-1437-9CAA-C582-B56E7DD49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880" y="920589"/>
            <a:ext cx="6360996" cy="47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776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649C-A9F6-6CC7-B4AF-559603D1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826A1C3-9D03-D606-FB3B-A4A1638C81E5}"/>
              </a:ext>
            </a:extLst>
          </p:cNvPr>
          <p:cNvSpPr txBox="1"/>
          <p:nvPr/>
        </p:nvSpPr>
        <p:spPr>
          <a:xfrm>
            <a:off x="1038225" y="2999773"/>
            <a:ext cx="47510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Counties affected by congressional </a:t>
            </a:r>
          </a:p>
          <a:p>
            <a:r>
              <a:rPr lang="en-US" sz="2000" dirty="0">
                <a:latin typeface="+mj-lt"/>
              </a:rPr>
              <a:t>boundary changes experienced larger and more variable shifts in election margins, </a:t>
            </a:r>
          </a:p>
          <a:p>
            <a:r>
              <a:rPr lang="en-US" sz="2000" dirty="0">
                <a:latin typeface="+mj-lt"/>
              </a:rPr>
              <a:t>indicating greater electoral volatility </a:t>
            </a:r>
          </a:p>
          <a:p>
            <a:r>
              <a:rPr lang="en-US" sz="2000" dirty="0">
                <a:latin typeface="+mj-lt"/>
              </a:rPr>
              <a:t>following redistricting.</a:t>
            </a:r>
            <a:endParaRPr lang="en-US" altLang="ko-KR" sz="20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3DFD3-4A0A-0A56-0D99-E3F2F35FF9CA}"/>
              </a:ext>
            </a:extLst>
          </p:cNvPr>
          <p:cNvSpPr txBox="1"/>
          <p:nvPr/>
        </p:nvSpPr>
        <p:spPr>
          <a:xfrm>
            <a:off x="902078" y="648496"/>
            <a:ext cx="694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+mj-lt"/>
                <a:cs typeface="Arial" panose="020B0604020202020204" pitchFamily="34" charset="0"/>
              </a:rPr>
              <a:t>Magnitude of Electoral Margin Shifts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1784557-3D53-999C-11FA-53C0A6DA602E}"/>
              </a:ext>
            </a:extLst>
          </p:cNvPr>
          <p:cNvCxnSpPr>
            <a:cxnSpLocks/>
          </p:cNvCxnSpPr>
          <p:nvPr/>
        </p:nvCxnSpPr>
        <p:spPr>
          <a:xfrm>
            <a:off x="902078" y="1751051"/>
            <a:ext cx="11451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F4B4537-E2A6-072E-9FF4-FEE0FFE1162A}"/>
              </a:ext>
            </a:extLst>
          </p:cNvPr>
          <p:cNvCxnSpPr>
            <a:cxnSpLocks/>
          </p:cNvCxnSpPr>
          <p:nvPr/>
        </p:nvCxnSpPr>
        <p:spPr>
          <a:xfrm>
            <a:off x="902078" y="5879711"/>
            <a:ext cx="112899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9DDFF4-0DB9-1C83-31A4-50DF80199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294" y="1858207"/>
            <a:ext cx="5610567" cy="391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01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5C5A-E1E7-4EED-2655-5493895D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FDC3F2B3-68B8-8DC8-B458-02C5DA49D2F1}"/>
              </a:ext>
            </a:extLst>
          </p:cNvPr>
          <p:cNvSpPr txBox="1"/>
          <p:nvPr/>
        </p:nvSpPr>
        <p:spPr>
          <a:xfrm>
            <a:off x="7320416" y="2774109"/>
            <a:ext cx="4871584" cy="132343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600" dirty="0">
                <a:solidFill>
                  <a:schemeClr val="bg1"/>
                </a:solidFill>
              </a:rPr>
              <a:t>When county turnout is taken into account, larger margin shifts tend to occur in counties that experienced congressional boundary changes, indicating the electoral impact of redistricting.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9622F-850D-2A8C-6E63-AA67C295A3E8}"/>
              </a:ext>
            </a:extLst>
          </p:cNvPr>
          <p:cNvSpPr txBox="1"/>
          <p:nvPr/>
        </p:nvSpPr>
        <p:spPr>
          <a:xfrm>
            <a:off x="7322570" y="692687"/>
            <a:ext cx="4871584" cy="95410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Turnout-Weighted </a:t>
            </a: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Margin Shifts</a:t>
            </a:r>
            <a:endParaRPr lang="ko-KR" altLang="en-US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68C8DA-4EA8-460C-6B86-B69A55E46D37}"/>
              </a:ext>
            </a:extLst>
          </p:cNvPr>
          <p:cNvCxnSpPr>
            <a:cxnSpLocks/>
          </p:cNvCxnSpPr>
          <p:nvPr/>
        </p:nvCxnSpPr>
        <p:spPr>
          <a:xfrm flipH="1">
            <a:off x="7791450" y="1872500"/>
            <a:ext cx="39338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0E2F1E5A-C5C8-742B-3538-AB785377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692687"/>
            <a:ext cx="6448181" cy="547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70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D8F2-DF47-2426-19D0-7BAD24BE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737DA9-1AEE-2C8F-9669-B397E8C97486}"/>
              </a:ext>
            </a:extLst>
          </p:cNvPr>
          <p:cNvSpPr/>
          <p:nvPr/>
        </p:nvSpPr>
        <p:spPr>
          <a:xfrm>
            <a:off x="1704255" y="1195280"/>
            <a:ext cx="8783480" cy="52322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800" dirty="0">
                <a:latin typeface="+mj-lt"/>
              </a:rPr>
              <a:t>Geographic Concentration of Margin Change</a:t>
            </a:r>
            <a:endParaRPr lang="ko-KR" altLang="en-US" sz="28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F5D86-2222-8247-FC3B-FFC51A870743}"/>
              </a:ext>
            </a:extLst>
          </p:cNvPr>
          <p:cNvSpPr txBox="1"/>
          <p:nvPr/>
        </p:nvSpPr>
        <p:spPr>
          <a:xfrm>
            <a:off x="2783870" y="5454762"/>
            <a:ext cx="6744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Large shifts in voting margins are not evenly distributed across the </a:t>
            </a:r>
          </a:p>
          <a:p>
            <a:r>
              <a:rPr lang="en-US" dirty="0">
                <a:latin typeface="+mj-lt"/>
              </a:rPr>
              <a:t>state, but instead cluster in specific counties, indicating that electoral volatility is geographically concentrated rather than uniform.</a:t>
            </a:r>
            <a:endParaRPr lang="en-US" altLang="ko-KR" dirty="0">
              <a:latin typeface="+mj-lt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944701C-C7BC-382D-399E-DE49932EDDFC}"/>
              </a:ext>
            </a:extLst>
          </p:cNvPr>
          <p:cNvCxnSpPr>
            <a:cxnSpLocks/>
          </p:cNvCxnSpPr>
          <p:nvPr/>
        </p:nvCxnSpPr>
        <p:spPr>
          <a:xfrm>
            <a:off x="0" y="956882"/>
            <a:ext cx="12311743" cy="40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61EC01B-DA51-07BB-AAB2-A2E0A5A6DE69}"/>
              </a:ext>
            </a:extLst>
          </p:cNvPr>
          <p:cNvCxnSpPr>
            <a:cxnSpLocks/>
          </p:cNvCxnSpPr>
          <p:nvPr/>
        </p:nvCxnSpPr>
        <p:spPr>
          <a:xfrm>
            <a:off x="0" y="52197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44CDA19-4621-5B9E-D54C-85C6B4BF224D}"/>
              </a:ext>
            </a:extLst>
          </p:cNvPr>
          <p:cNvCxnSpPr>
            <a:cxnSpLocks/>
          </p:cNvCxnSpPr>
          <p:nvPr/>
        </p:nvCxnSpPr>
        <p:spPr>
          <a:xfrm flipV="1">
            <a:off x="11471537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E99A3A3-705E-2AB1-1AC3-B6579B101207}"/>
              </a:ext>
            </a:extLst>
          </p:cNvPr>
          <p:cNvCxnSpPr>
            <a:cxnSpLocks/>
          </p:cNvCxnSpPr>
          <p:nvPr/>
        </p:nvCxnSpPr>
        <p:spPr>
          <a:xfrm flipV="1">
            <a:off x="720462" y="1"/>
            <a:ext cx="1" cy="685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D2D1027-BC41-1E19-74D8-8C890D07AE36}"/>
              </a:ext>
            </a:extLst>
          </p:cNvPr>
          <p:cNvCxnSpPr>
            <a:cxnSpLocks/>
          </p:cNvCxnSpPr>
          <p:nvPr/>
        </p:nvCxnSpPr>
        <p:spPr>
          <a:xfrm>
            <a:off x="11471537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75B3D4-7786-0C1A-FEE4-6C005AE6802D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720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FCE523F-9FEB-C9F7-1591-5963FD2D1D96}"/>
              </a:ext>
            </a:extLst>
          </p:cNvPr>
          <p:cNvCxnSpPr>
            <a:cxnSpLocks/>
          </p:cNvCxnSpPr>
          <p:nvPr/>
        </p:nvCxnSpPr>
        <p:spPr>
          <a:xfrm>
            <a:off x="2358367" y="1755684"/>
            <a:ext cx="7532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76" name="Picture 16">
            <a:extLst>
              <a:ext uri="{FF2B5EF4-FFF2-40B4-BE49-F238E27FC236}">
                <a16:creationId xmlns:a16="http://schemas.microsoft.com/office/drawing/2014/main" id="{3483B2E8-9D73-BA4D-2B84-0654005E5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259" y="2169422"/>
            <a:ext cx="8783481" cy="282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552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7EA2-8213-1C2C-04E8-8ED295CA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A266380-AAF1-8DB8-3C59-556D771F3B42}"/>
              </a:ext>
            </a:extLst>
          </p:cNvPr>
          <p:cNvSpPr/>
          <p:nvPr/>
        </p:nvSpPr>
        <p:spPr>
          <a:xfrm>
            <a:off x="450105" y="5473998"/>
            <a:ext cx="5518230" cy="92333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dirty="0">
                <a:latin typeface="+mj-lt"/>
              </a:rPr>
              <a:t>Counties affected by congressional boundary changes </a:t>
            </a:r>
          </a:p>
          <a:p>
            <a:r>
              <a:rPr lang="en-US" dirty="0">
                <a:latin typeface="+mj-lt"/>
              </a:rPr>
              <a:t>experienced substantially larger average shifts in </a:t>
            </a:r>
          </a:p>
          <a:p>
            <a:r>
              <a:rPr lang="en-US" dirty="0">
                <a:latin typeface="+mj-lt"/>
              </a:rPr>
              <a:t>election margins.</a:t>
            </a:r>
            <a:endParaRPr lang="en-US" altLang="ko-KR" dirty="0"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AB0755-9450-F59D-20CB-060642EFC65A}"/>
              </a:ext>
            </a:extLst>
          </p:cNvPr>
          <p:cNvSpPr/>
          <p:nvPr/>
        </p:nvSpPr>
        <p:spPr>
          <a:xfrm>
            <a:off x="6344710" y="5510843"/>
            <a:ext cx="5313014" cy="64633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dirty="0">
                <a:latin typeface="+mj-lt"/>
              </a:rPr>
              <a:t>Changes in voter turnout remained similar regardless </a:t>
            </a:r>
          </a:p>
          <a:p>
            <a:r>
              <a:rPr lang="en-US" dirty="0">
                <a:latin typeface="+mj-lt"/>
              </a:rPr>
              <a:t>of redistricting exposure.</a:t>
            </a:r>
            <a:endParaRPr lang="en-US" altLang="ko-KR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0D4CD-4251-8820-8E82-F29FE5ACF9D3}"/>
              </a:ext>
            </a:extLst>
          </p:cNvPr>
          <p:cNvSpPr txBox="1"/>
          <p:nvPr/>
        </p:nvSpPr>
        <p:spPr>
          <a:xfrm>
            <a:off x="1117600" y="441639"/>
            <a:ext cx="995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Average Electoral Shifts in Redistricted Counties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23CE4A1-EA4F-D36E-61AA-86626A6A3B95}"/>
              </a:ext>
            </a:extLst>
          </p:cNvPr>
          <p:cNvCxnSpPr>
            <a:cxnSpLocks/>
          </p:cNvCxnSpPr>
          <p:nvPr/>
        </p:nvCxnSpPr>
        <p:spPr>
          <a:xfrm flipV="1">
            <a:off x="-119270" y="1152939"/>
            <a:ext cx="12311270" cy="20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4" name="Picture 6">
            <a:extLst>
              <a:ext uri="{FF2B5EF4-FFF2-40B4-BE49-F238E27FC236}">
                <a16:creationId xmlns:a16="http://schemas.microsoft.com/office/drawing/2014/main" id="{64AA8515-98D8-A6CD-D8C6-92B917417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76" y="1360094"/>
            <a:ext cx="5349888" cy="399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B0B75E6A-452A-016A-C883-10CCBD8B0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710" y="1360094"/>
            <a:ext cx="5313014" cy="396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31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1C337-5FC2-7096-79E6-3E44C442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E30FD54-A491-F3CB-F9E5-B25E7AFD8CD7}"/>
              </a:ext>
            </a:extLst>
          </p:cNvPr>
          <p:cNvSpPr txBox="1"/>
          <p:nvPr/>
        </p:nvSpPr>
        <p:spPr>
          <a:xfrm>
            <a:off x="1214417" y="621320"/>
            <a:ext cx="995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Conclusion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0802646-C85B-0AE8-1CA8-59E10E836F6C}"/>
              </a:ext>
            </a:extLst>
          </p:cNvPr>
          <p:cNvCxnSpPr/>
          <p:nvPr/>
        </p:nvCxnSpPr>
        <p:spPr>
          <a:xfrm>
            <a:off x="0" y="167369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2FC216C-13AF-8968-D2A8-CE8787911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680" y="2141290"/>
            <a:ext cx="90206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Congressional redistricting altered how counties were divided across districts, increasing fragmentation in a subset of Tennessee counties.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Counties that experienced boundary changes showed greater variability in election margins between 2018 and 2022.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Margin shifts were often larger in magnitude in counties affected by redistricting, even when average changes were modest.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Changes in voter turnout were less consistently associated with redistricting exposure.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Overall patterns suggest redistricting is associated with structural electoral change, though not uniformly across all counties.</a:t>
            </a:r>
          </a:p>
        </p:txBody>
      </p:sp>
      <p:pic>
        <p:nvPicPr>
          <p:cNvPr id="4" name="Picture 14" descr="Tennessee State Stroke Map PNG &amp; SVG Design For T-Shirts">
            <a:extLst>
              <a:ext uri="{FF2B5EF4-FFF2-40B4-BE49-F238E27FC236}">
                <a16:creationId xmlns:a16="http://schemas.microsoft.com/office/drawing/2014/main" id="{640B7E50-4E7A-DCAC-CDED-7C29C5A052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t="32656" r="-968" b="28581"/>
          <a:stretch>
            <a:fillRect/>
          </a:stretch>
        </p:blipFill>
        <p:spPr bwMode="auto">
          <a:xfrm>
            <a:off x="8202729" y="338373"/>
            <a:ext cx="2968488" cy="115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Tennessee State Stroke Map PNG &amp; SVG Design For T-Shirts">
            <a:extLst>
              <a:ext uri="{FF2B5EF4-FFF2-40B4-BE49-F238E27FC236}">
                <a16:creationId xmlns:a16="http://schemas.microsoft.com/office/drawing/2014/main" id="{63FBB391-3E13-3A64-0E37-0BCC5A0C3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t="32656" r="-968" b="28581"/>
          <a:stretch>
            <a:fillRect/>
          </a:stretch>
        </p:blipFill>
        <p:spPr bwMode="auto">
          <a:xfrm>
            <a:off x="1020784" y="338372"/>
            <a:ext cx="2968488" cy="115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083523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ata - Montserrat Light">
      <a:majorFont>
        <a:latin typeface="Prata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76200" cap="flat">
          <a:noFill/>
          <a:prstDash val="solid"/>
          <a:miter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solidFill>
              <a:schemeClr val="bg1"/>
            </a:solidFill>
            <a:latin typeface="+mj-lt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4297</TotalTime>
  <Words>788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맑은 고딕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Kanak Gupta</cp:lastModifiedBy>
  <cp:revision>176</cp:revision>
  <dcterms:created xsi:type="dcterms:W3CDTF">2019-04-06T05:20:47Z</dcterms:created>
  <dcterms:modified xsi:type="dcterms:W3CDTF">2026-01-05T02:24:56Z</dcterms:modified>
</cp:coreProperties>
</file>